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notesMasterIdLst>
    <p:notesMasterId r:id="rId29"/>
  </p:notesMasterIdLst>
  <p:sldIdLst>
    <p:sldId id="256" r:id="rId2"/>
    <p:sldId id="260" r:id="rId3"/>
    <p:sldId id="257" r:id="rId4"/>
    <p:sldId id="258" r:id="rId5"/>
    <p:sldId id="259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2DCDC6-E24D-4640-A3DB-18B34B64799F}" type="doc">
      <dgm:prSet loTypeId="urn:microsoft.com/office/officeart/2005/8/layout/default" loCatId="list" qsTypeId="urn:microsoft.com/office/officeart/2005/8/quickstyle/simple5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3638A4D2-842B-499A-9077-E9B4793ED77E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Programming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ECA4F1C-DE60-4B22-9FFA-A8578619827A}" type="parTrans" cxnId="{FD3B091B-DCC5-4905-8770-43AEF58EBAB3}">
      <dgm:prSet/>
      <dgm:spPr/>
      <dgm:t>
        <a:bodyPr/>
        <a:lstStyle/>
        <a:p>
          <a:endParaRPr lang="en-US"/>
        </a:p>
      </dgm:t>
    </dgm:pt>
    <dgm:pt modelId="{DA5C4D15-2057-4737-A6BC-345178AAFB98}" type="sibTrans" cxnId="{FD3B091B-DCC5-4905-8770-43AEF58EBAB3}">
      <dgm:prSet/>
      <dgm:spPr/>
      <dgm:t>
        <a:bodyPr/>
        <a:lstStyle/>
        <a:p>
          <a:endParaRPr lang="en-US"/>
        </a:p>
      </dgm:t>
    </dgm:pt>
    <dgm:pt modelId="{7F30E377-3204-4712-AF0E-61B1946256F5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Python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718F90B-746E-4A38-818F-A78746EAAC02}" type="parTrans" cxnId="{0C4AAF27-4380-4B52-87DF-F24CBF5F0337}">
      <dgm:prSet/>
      <dgm:spPr/>
      <dgm:t>
        <a:bodyPr/>
        <a:lstStyle/>
        <a:p>
          <a:endParaRPr lang="en-US"/>
        </a:p>
      </dgm:t>
    </dgm:pt>
    <dgm:pt modelId="{52BC6E75-7BAB-484C-A49B-E233D2B8A655}" type="sibTrans" cxnId="{0C4AAF27-4380-4B52-87DF-F24CBF5F0337}">
      <dgm:prSet/>
      <dgm:spPr/>
      <dgm:t>
        <a:bodyPr/>
        <a:lstStyle/>
        <a:p>
          <a:endParaRPr lang="en-US"/>
        </a:p>
      </dgm:t>
    </dgm:pt>
    <dgm:pt modelId="{72CD097E-ACA9-40D2-AE85-554D4B4B3C9A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OpenCV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CFC1F85-71DE-4B3B-9BEF-05B16632B826}" type="parTrans" cxnId="{892D847E-46DD-49AA-A7AE-34DCB82447EB}">
      <dgm:prSet/>
      <dgm:spPr/>
      <dgm:t>
        <a:bodyPr/>
        <a:lstStyle/>
        <a:p>
          <a:endParaRPr lang="en-US"/>
        </a:p>
      </dgm:t>
    </dgm:pt>
    <dgm:pt modelId="{B4A4D782-4893-488C-896E-AFB803DD3F03}" type="sibTrans" cxnId="{892D847E-46DD-49AA-A7AE-34DCB82447EB}">
      <dgm:prSet/>
      <dgm:spPr/>
      <dgm:t>
        <a:bodyPr/>
        <a:lstStyle/>
        <a:p>
          <a:endParaRPr lang="en-US"/>
        </a:p>
      </dgm:t>
    </dgm:pt>
    <dgm:pt modelId="{6EB9B92F-7B48-4F90-ADAF-8B9E7FE51994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MediaPipe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86C4F11-7CDF-4BD0-B3CE-DAC40C09DB99}" type="parTrans" cxnId="{566E3491-68E7-4662-9F23-608F42EA8BF3}">
      <dgm:prSet/>
      <dgm:spPr/>
      <dgm:t>
        <a:bodyPr/>
        <a:lstStyle/>
        <a:p>
          <a:endParaRPr lang="en-US"/>
        </a:p>
      </dgm:t>
    </dgm:pt>
    <dgm:pt modelId="{23BCF227-C7C2-4295-94D7-F179122C4D21}" type="sibTrans" cxnId="{566E3491-68E7-4662-9F23-608F42EA8BF3}">
      <dgm:prSet/>
      <dgm:spPr/>
      <dgm:t>
        <a:bodyPr/>
        <a:lstStyle/>
        <a:p>
          <a:endParaRPr lang="en-US"/>
        </a:p>
      </dgm:t>
    </dgm:pt>
    <dgm:pt modelId="{DECDB3C8-265A-4B72-B6F1-A256E6857CE1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TensorFlow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7FFF5B1-D18C-44EE-B75E-E7F79CAD91C4}" type="parTrans" cxnId="{E922B57A-B15A-4160-92B7-ECB5E99563C3}">
      <dgm:prSet/>
      <dgm:spPr/>
      <dgm:t>
        <a:bodyPr/>
        <a:lstStyle/>
        <a:p>
          <a:endParaRPr lang="en-US"/>
        </a:p>
      </dgm:t>
    </dgm:pt>
    <dgm:pt modelId="{4E8A07C2-B619-4D2F-BD10-D6BE9CC567CE}" type="sibTrans" cxnId="{E922B57A-B15A-4160-92B7-ECB5E99563C3}">
      <dgm:prSet/>
      <dgm:spPr/>
      <dgm:t>
        <a:bodyPr/>
        <a:lstStyle/>
        <a:p>
          <a:endParaRPr lang="en-US"/>
        </a:p>
      </dgm:t>
    </dgm:pt>
    <dgm:pt modelId="{90540868-6897-421D-82DC-360678C50C4D}">
      <dgm:prSet/>
      <dgm:spPr/>
      <dgm:t>
        <a:bodyPr/>
        <a:lstStyle/>
        <a:p>
          <a:r>
            <a:rPr lang="en-IN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Development Tools</a:t>
          </a:r>
          <a:endParaRPr lang="en-US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F065988-60F2-4C06-9013-AC2CC855B814}" type="parTrans" cxnId="{5DC17C6D-FE1E-401C-A024-C6CFE8844059}">
      <dgm:prSet/>
      <dgm:spPr/>
      <dgm:t>
        <a:bodyPr/>
        <a:lstStyle/>
        <a:p>
          <a:endParaRPr lang="en-US"/>
        </a:p>
      </dgm:t>
    </dgm:pt>
    <dgm:pt modelId="{9FD98DAB-1072-4428-95C3-AB21DA950F18}" type="sibTrans" cxnId="{5DC17C6D-FE1E-401C-A024-C6CFE8844059}">
      <dgm:prSet/>
      <dgm:spPr/>
      <dgm:t>
        <a:bodyPr/>
        <a:lstStyle/>
        <a:p>
          <a:endParaRPr lang="en-US"/>
        </a:p>
      </dgm:t>
    </dgm:pt>
    <dgm:pt modelId="{20BC4154-36FF-49C3-BCD5-97FD0B003453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Visual Studio Code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931DB54-4A9E-48FD-B0D1-10D8DD6AE385}" type="parTrans" cxnId="{FA23CDFE-117F-47CE-A6B2-31BB279C936A}">
      <dgm:prSet/>
      <dgm:spPr/>
      <dgm:t>
        <a:bodyPr/>
        <a:lstStyle/>
        <a:p>
          <a:endParaRPr lang="en-US"/>
        </a:p>
      </dgm:t>
    </dgm:pt>
    <dgm:pt modelId="{FCBD1654-8B03-4BB7-86E0-8E9892E4E5A0}" type="sibTrans" cxnId="{FA23CDFE-117F-47CE-A6B2-31BB279C936A}">
      <dgm:prSet/>
      <dgm:spPr/>
      <dgm:t>
        <a:bodyPr/>
        <a:lstStyle/>
        <a:p>
          <a:endParaRPr lang="en-US"/>
        </a:p>
      </dgm:t>
    </dgm:pt>
    <dgm:pt modelId="{A59D931D-AF83-4C8B-893A-411A06C45B07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GitHub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50750E2-B583-4B0A-B9C3-C9D52B0EA7D8}" type="parTrans" cxnId="{C150969E-2834-4BDE-A70E-FFC8007C557D}">
      <dgm:prSet/>
      <dgm:spPr/>
      <dgm:t>
        <a:bodyPr/>
        <a:lstStyle/>
        <a:p>
          <a:endParaRPr lang="en-US"/>
        </a:p>
      </dgm:t>
    </dgm:pt>
    <dgm:pt modelId="{95CB3B57-D640-4654-9033-5D03DB5D039E}" type="sibTrans" cxnId="{C150969E-2834-4BDE-A70E-FFC8007C557D}">
      <dgm:prSet/>
      <dgm:spPr/>
      <dgm:t>
        <a:bodyPr/>
        <a:lstStyle/>
        <a:p>
          <a:endParaRPr lang="en-US"/>
        </a:p>
      </dgm:t>
    </dgm:pt>
    <dgm:pt modelId="{B9AFA692-700D-450A-B22F-808DEB817DFD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 Frameworks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EB476CE-03FA-4A13-AE9D-837B039DB357}" type="parTrans" cxnId="{BBFDADA3-1D22-4FF4-A12D-18FD1F0CEA20}">
      <dgm:prSet/>
      <dgm:spPr/>
      <dgm:t>
        <a:bodyPr/>
        <a:lstStyle/>
        <a:p>
          <a:endParaRPr lang="en-US"/>
        </a:p>
      </dgm:t>
    </dgm:pt>
    <dgm:pt modelId="{1A817161-25B3-436F-8E0A-C2C1796A00F4}" type="sibTrans" cxnId="{BBFDADA3-1D22-4FF4-A12D-18FD1F0CEA20}">
      <dgm:prSet/>
      <dgm:spPr/>
      <dgm:t>
        <a:bodyPr/>
        <a:lstStyle/>
        <a:p>
          <a:endParaRPr lang="en-US"/>
        </a:p>
      </dgm:t>
    </dgm:pt>
    <dgm:pt modelId="{A84203BC-1BD4-4B55-ADB7-7BE73BEDB107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Detectron2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3776123-73CB-425A-AE25-E984BF73388B}" type="parTrans" cxnId="{FC44F195-3211-4CA0-A8D4-D35E4DFF3BDC}">
      <dgm:prSet/>
      <dgm:spPr/>
      <dgm:t>
        <a:bodyPr/>
        <a:lstStyle/>
        <a:p>
          <a:endParaRPr lang="en-US"/>
        </a:p>
      </dgm:t>
    </dgm:pt>
    <dgm:pt modelId="{F7A46AC4-0BCB-47F4-9891-54744C85F341}" type="sibTrans" cxnId="{FC44F195-3211-4CA0-A8D4-D35E4DFF3BDC}">
      <dgm:prSet/>
      <dgm:spPr/>
      <dgm:t>
        <a:bodyPr/>
        <a:lstStyle/>
        <a:p>
          <a:endParaRPr lang="en-US"/>
        </a:p>
      </dgm:t>
    </dgm:pt>
    <dgm:pt modelId="{3A133491-D2E4-4893-A245-C95802208183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DeepLabV3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1603CB2-91A7-484E-A7B2-A17DC4473990}" type="parTrans" cxnId="{4669F318-4E47-4454-874B-E50C2939C15B}">
      <dgm:prSet/>
      <dgm:spPr/>
      <dgm:t>
        <a:bodyPr/>
        <a:lstStyle/>
        <a:p>
          <a:endParaRPr lang="en-US"/>
        </a:p>
      </dgm:t>
    </dgm:pt>
    <dgm:pt modelId="{D35C6C1E-2566-4F66-803F-360564AA66BA}" type="sibTrans" cxnId="{4669F318-4E47-4454-874B-E50C2939C15B}">
      <dgm:prSet/>
      <dgm:spPr/>
      <dgm:t>
        <a:bodyPr/>
        <a:lstStyle/>
        <a:p>
          <a:endParaRPr lang="en-US"/>
        </a:p>
      </dgm:t>
    </dgm:pt>
    <dgm:pt modelId="{17F3E190-E233-4BFC-B3A9-E88174D576AD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SCHP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C2471AA-B2DC-4A79-BB3C-365751FFAA06}" type="parTrans" cxnId="{66D3B03F-A9CA-427C-847B-D2E3538B521F}">
      <dgm:prSet/>
      <dgm:spPr/>
      <dgm:t>
        <a:bodyPr/>
        <a:lstStyle/>
        <a:p>
          <a:endParaRPr lang="en-US"/>
        </a:p>
      </dgm:t>
    </dgm:pt>
    <dgm:pt modelId="{29E61C4E-B343-46C6-A637-1F0A4BD2EFB2}" type="sibTrans" cxnId="{66D3B03F-A9CA-427C-847B-D2E3538B521F}">
      <dgm:prSet/>
      <dgm:spPr/>
      <dgm:t>
        <a:bodyPr/>
        <a:lstStyle/>
        <a:p>
          <a:endParaRPr lang="en-US"/>
        </a:p>
      </dgm:t>
    </dgm:pt>
    <dgm:pt modelId="{106B49F7-A9A9-440C-A27C-48D44F2EB571}">
      <dgm:prSet/>
      <dgm:spPr/>
      <dgm:t>
        <a:bodyPr/>
        <a:lstStyle/>
        <a:p>
          <a:r>
            <a:rPr lang="en-IN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OpenPose</a:t>
          </a:r>
          <a:endParaRPr lang="en-US" b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115D014-2C50-45D3-9289-4216A169AFE6}" type="parTrans" cxnId="{C4710808-8E34-4F26-A101-0C6DC99DC8EB}">
      <dgm:prSet/>
      <dgm:spPr/>
      <dgm:t>
        <a:bodyPr/>
        <a:lstStyle/>
        <a:p>
          <a:endParaRPr lang="en-US"/>
        </a:p>
      </dgm:t>
    </dgm:pt>
    <dgm:pt modelId="{34D9EFEB-69A5-4020-A4B9-FEFE5FA3969F}" type="sibTrans" cxnId="{C4710808-8E34-4F26-A101-0C6DC99DC8EB}">
      <dgm:prSet/>
      <dgm:spPr/>
      <dgm:t>
        <a:bodyPr/>
        <a:lstStyle/>
        <a:p>
          <a:endParaRPr lang="en-US"/>
        </a:p>
      </dgm:t>
    </dgm:pt>
    <dgm:pt modelId="{AB9810A4-DAC1-48E0-9396-1BF5B86538D9}" type="pres">
      <dgm:prSet presAssocID="{E72DCDC6-E24D-4640-A3DB-18B34B64799F}" presName="diagram" presStyleCnt="0">
        <dgm:presLayoutVars>
          <dgm:dir/>
          <dgm:resizeHandles val="exact"/>
        </dgm:presLayoutVars>
      </dgm:prSet>
      <dgm:spPr/>
    </dgm:pt>
    <dgm:pt modelId="{1F3C3897-FA8C-4EB5-88F1-18E2C6362D79}" type="pres">
      <dgm:prSet presAssocID="{3638A4D2-842B-499A-9077-E9B4793ED77E}" presName="node" presStyleLbl="node1" presStyleIdx="0" presStyleCnt="13">
        <dgm:presLayoutVars>
          <dgm:bulletEnabled val="1"/>
        </dgm:presLayoutVars>
      </dgm:prSet>
      <dgm:spPr/>
    </dgm:pt>
    <dgm:pt modelId="{47878813-0D9A-44CF-8957-BDC1F8674C7F}" type="pres">
      <dgm:prSet presAssocID="{DA5C4D15-2057-4737-A6BC-345178AAFB98}" presName="sibTrans" presStyleCnt="0"/>
      <dgm:spPr/>
    </dgm:pt>
    <dgm:pt modelId="{4025F4E0-F1E2-4C79-8C22-3D2AF247C078}" type="pres">
      <dgm:prSet presAssocID="{7F30E377-3204-4712-AF0E-61B1946256F5}" presName="node" presStyleLbl="node1" presStyleIdx="1" presStyleCnt="13">
        <dgm:presLayoutVars>
          <dgm:bulletEnabled val="1"/>
        </dgm:presLayoutVars>
      </dgm:prSet>
      <dgm:spPr/>
    </dgm:pt>
    <dgm:pt modelId="{7AA7AB10-ADA7-4DFE-8632-CBD23C4AC905}" type="pres">
      <dgm:prSet presAssocID="{52BC6E75-7BAB-484C-A49B-E233D2B8A655}" presName="sibTrans" presStyleCnt="0"/>
      <dgm:spPr/>
    </dgm:pt>
    <dgm:pt modelId="{9CD151DA-D279-4763-845F-ED7C44735119}" type="pres">
      <dgm:prSet presAssocID="{72CD097E-ACA9-40D2-AE85-554D4B4B3C9A}" presName="node" presStyleLbl="node1" presStyleIdx="2" presStyleCnt="13">
        <dgm:presLayoutVars>
          <dgm:bulletEnabled val="1"/>
        </dgm:presLayoutVars>
      </dgm:prSet>
      <dgm:spPr/>
    </dgm:pt>
    <dgm:pt modelId="{2D340B6F-1901-45AA-A480-2B514D9C3E50}" type="pres">
      <dgm:prSet presAssocID="{B4A4D782-4893-488C-896E-AFB803DD3F03}" presName="sibTrans" presStyleCnt="0"/>
      <dgm:spPr/>
    </dgm:pt>
    <dgm:pt modelId="{DA9C5225-F9F3-4441-9E11-AFE35A233287}" type="pres">
      <dgm:prSet presAssocID="{6EB9B92F-7B48-4F90-ADAF-8B9E7FE51994}" presName="node" presStyleLbl="node1" presStyleIdx="3" presStyleCnt="13">
        <dgm:presLayoutVars>
          <dgm:bulletEnabled val="1"/>
        </dgm:presLayoutVars>
      </dgm:prSet>
      <dgm:spPr/>
    </dgm:pt>
    <dgm:pt modelId="{5ED0FF78-6533-46C9-9BC5-805B72C0A979}" type="pres">
      <dgm:prSet presAssocID="{23BCF227-C7C2-4295-94D7-F179122C4D21}" presName="sibTrans" presStyleCnt="0"/>
      <dgm:spPr/>
    </dgm:pt>
    <dgm:pt modelId="{B4B97E1B-3B1D-4162-B1E4-4F6B41A6B074}" type="pres">
      <dgm:prSet presAssocID="{DECDB3C8-265A-4B72-B6F1-A256E6857CE1}" presName="node" presStyleLbl="node1" presStyleIdx="4" presStyleCnt="13">
        <dgm:presLayoutVars>
          <dgm:bulletEnabled val="1"/>
        </dgm:presLayoutVars>
      </dgm:prSet>
      <dgm:spPr/>
    </dgm:pt>
    <dgm:pt modelId="{3CEF120C-5571-4612-A09C-FC4EA7AFD937}" type="pres">
      <dgm:prSet presAssocID="{4E8A07C2-B619-4D2F-BD10-D6BE9CC567CE}" presName="sibTrans" presStyleCnt="0"/>
      <dgm:spPr/>
    </dgm:pt>
    <dgm:pt modelId="{8B439A2F-34D7-42B7-9F5A-685506ACBEA8}" type="pres">
      <dgm:prSet presAssocID="{90540868-6897-421D-82DC-360678C50C4D}" presName="node" presStyleLbl="node1" presStyleIdx="5" presStyleCnt="13">
        <dgm:presLayoutVars>
          <dgm:bulletEnabled val="1"/>
        </dgm:presLayoutVars>
      </dgm:prSet>
      <dgm:spPr/>
    </dgm:pt>
    <dgm:pt modelId="{8D775D31-BB63-49B1-BE2F-66AA66A1F40C}" type="pres">
      <dgm:prSet presAssocID="{9FD98DAB-1072-4428-95C3-AB21DA950F18}" presName="sibTrans" presStyleCnt="0"/>
      <dgm:spPr/>
    </dgm:pt>
    <dgm:pt modelId="{BAD12FBF-99C4-4563-8FA0-3EC46140BBEB}" type="pres">
      <dgm:prSet presAssocID="{20BC4154-36FF-49C3-BCD5-97FD0B003453}" presName="node" presStyleLbl="node1" presStyleIdx="6" presStyleCnt="13">
        <dgm:presLayoutVars>
          <dgm:bulletEnabled val="1"/>
        </dgm:presLayoutVars>
      </dgm:prSet>
      <dgm:spPr/>
    </dgm:pt>
    <dgm:pt modelId="{73AEADEC-C8AF-4A57-A7DF-B8B664E28EE0}" type="pres">
      <dgm:prSet presAssocID="{FCBD1654-8B03-4BB7-86E0-8E9892E4E5A0}" presName="sibTrans" presStyleCnt="0"/>
      <dgm:spPr/>
    </dgm:pt>
    <dgm:pt modelId="{A5FBDCB0-DB16-4C78-ACDB-C8F855B5C404}" type="pres">
      <dgm:prSet presAssocID="{A59D931D-AF83-4C8B-893A-411A06C45B07}" presName="node" presStyleLbl="node1" presStyleIdx="7" presStyleCnt="13">
        <dgm:presLayoutVars>
          <dgm:bulletEnabled val="1"/>
        </dgm:presLayoutVars>
      </dgm:prSet>
      <dgm:spPr/>
    </dgm:pt>
    <dgm:pt modelId="{138B0EFC-EEC4-438A-9408-DED2B3C9A026}" type="pres">
      <dgm:prSet presAssocID="{95CB3B57-D640-4654-9033-5D03DB5D039E}" presName="sibTrans" presStyleCnt="0"/>
      <dgm:spPr/>
    </dgm:pt>
    <dgm:pt modelId="{D4637AE2-FC81-481E-9033-63A0E7C976F0}" type="pres">
      <dgm:prSet presAssocID="{B9AFA692-700D-450A-B22F-808DEB817DFD}" presName="node" presStyleLbl="node1" presStyleIdx="8" presStyleCnt="13">
        <dgm:presLayoutVars>
          <dgm:bulletEnabled val="1"/>
        </dgm:presLayoutVars>
      </dgm:prSet>
      <dgm:spPr/>
    </dgm:pt>
    <dgm:pt modelId="{F960CBE8-4709-465E-A119-5CFA5193A338}" type="pres">
      <dgm:prSet presAssocID="{1A817161-25B3-436F-8E0A-C2C1796A00F4}" presName="sibTrans" presStyleCnt="0"/>
      <dgm:spPr/>
    </dgm:pt>
    <dgm:pt modelId="{68AC8B9C-425A-4D8B-A307-BE1B5B920FB4}" type="pres">
      <dgm:prSet presAssocID="{A84203BC-1BD4-4B55-ADB7-7BE73BEDB107}" presName="node" presStyleLbl="node1" presStyleIdx="9" presStyleCnt="13">
        <dgm:presLayoutVars>
          <dgm:bulletEnabled val="1"/>
        </dgm:presLayoutVars>
      </dgm:prSet>
      <dgm:spPr/>
    </dgm:pt>
    <dgm:pt modelId="{8F6B537A-CF27-4B0A-83BA-0625E8FFE900}" type="pres">
      <dgm:prSet presAssocID="{F7A46AC4-0BCB-47F4-9891-54744C85F341}" presName="sibTrans" presStyleCnt="0"/>
      <dgm:spPr/>
    </dgm:pt>
    <dgm:pt modelId="{DFC28C24-6346-451C-AEE3-21DEFF982B5E}" type="pres">
      <dgm:prSet presAssocID="{3A133491-D2E4-4893-A245-C95802208183}" presName="node" presStyleLbl="node1" presStyleIdx="10" presStyleCnt="13">
        <dgm:presLayoutVars>
          <dgm:bulletEnabled val="1"/>
        </dgm:presLayoutVars>
      </dgm:prSet>
      <dgm:spPr/>
    </dgm:pt>
    <dgm:pt modelId="{70B5CCAB-2491-4C5B-A6C8-E71CC5AF9C14}" type="pres">
      <dgm:prSet presAssocID="{D35C6C1E-2566-4F66-803F-360564AA66BA}" presName="sibTrans" presStyleCnt="0"/>
      <dgm:spPr/>
    </dgm:pt>
    <dgm:pt modelId="{52D61C32-E72A-4BF4-87EA-C850B02730BA}" type="pres">
      <dgm:prSet presAssocID="{17F3E190-E233-4BFC-B3A9-E88174D576AD}" presName="node" presStyleLbl="node1" presStyleIdx="11" presStyleCnt="13">
        <dgm:presLayoutVars>
          <dgm:bulletEnabled val="1"/>
        </dgm:presLayoutVars>
      </dgm:prSet>
      <dgm:spPr/>
    </dgm:pt>
    <dgm:pt modelId="{12FF3900-17D3-4C8A-8129-5D259CB6837C}" type="pres">
      <dgm:prSet presAssocID="{29E61C4E-B343-46C6-A637-1F0A4BD2EFB2}" presName="sibTrans" presStyleCnt="0"/>
      <dgm:spPr/>
    </dgm:pt>
    <dgm:pt modelId="{D80C0760-0D47-4F6B-95AC-CA0CCFC18C0E}" type="pres">
      <dgm:prSet presAssocID="{106B49F7-A9A9-440C-A27C-48D44F2EB571}" presName="node" presStyleLbl="node1" presStyleIdx="12" presStyleCnt="13">
        <dgm:presLayoutVars>
          <dgm:bulletEnabled val="1"/>
        </dgm:presLayoutVars>
      </dgm:prSet>
      <dgm:spPr/>
    </dgm:pt>
  </dgm:ptLst>
  <dgm:cxnLst>
    <dgm:cxn modelId="{43EE0004-0533-4C08-8CB9-425182369D7D}" type="presOf" srcId="{90540868-6897-421D-82DC-360678C50C4D}" destId="{8B439A2F-34D7-42B7-9F5A-685506ACBEA8}" srcOrd="0" destOrd="0" presId="urn:microsoft.com/office/officeart/2005/8/layout/default"/>
    <dgm:cxn modelId="{C4710808-8E34-4F26-A101-0C6DC99DC8EB}" srcId="{E72DCDC6-E24D-4640-A3DB-18B34B64799F}" destId="{106B49F7-A9A9-440C-A27C-48D44F2EB571}" srcOrd="12" destOrd="0" parTransId="{7115D014-2C50-45D3-9289-4216A169AFE6}" sibTransId="{34D9EFEB-69A5-4020-A4B9-FEFE5FA3969F}"/>
    <dgm:cxn modelId="{4669F318-4E47-4454-874B-E50C2939C15B}" srcId="{E72DCDC6-E24D-4640-A3DB-18B34B64799F}" destId="{3A133491-D2E4-4893-A245-C95802208183}" srcOrd="10" destOrd="0" parTransId="{71603CB2-91A7-484E-A7B2-A17DC4473990}" sibTransId="{D35C6C1E-2566-4F66-803F-360564AA66BA}"/>
    <dgm:cxn modelId="{FD3B091B-DCC5-4905-8770-43AEF58EBAB3}" srcId="{E72DCDC6-E24D-4640-A3DB-18B34B64799F}" destId="{3638A4D2-842B-499A-9077-E9B4793ED77E}" srcOrd="0" destOrd="0" parTransId="{5ECA4F1C-DE60-4B22-9FFA-A8578619827A}" sibTransId="{DA5C4D15-2057-4737-A6BC-345178AAFB98}"/>
    <dgm:cxn modelId="{6C74491B-9392-46B7-A926-E9EB1E4DD2E7}" type="presOf" srcId="{B9AFA692-700D-450A-B22F-808DEB817DFD}" destId="{D4637AE2-FC81-481E-9033-63A0E7C976F0}" srcOrd="0" destOrd="0" presId="urn:microsoft.com/office/officeart/2005/8/layout/default"/>
    <dgm:cxn modelId="{0C4AAF27-4380-4B52-87DF-F24CBF5F0337}" srcId="{E72DCDC6-E24D-4640-A3DB-18B34B64799F}" destId="{7F30E377-3204-4712-AF0E-61B1946256F5}" srcOrd="1" destOrd="0" parTransId="{6718F90B-746E-4A38-818F-A78746EAAC02}" sibTransId="{52BC6E75-7BAB-484C-A49B-E233D2B8A655}"/>
    <dgm:cxn modelId="{9FDD3128-CE62-44FC-BD95-05D3C5C59338}" type="presOf" srcId="{DECDB3C8-265A-4B72-B6F1-A256E6857CE1}" destId="{B4B97E1B-3B1D-4162-B1E4-4F6B41A6B074}" srcOrd="0" destOrd="0" presId="urn:microsoft.com/office/officeart/2005/8/layout/default"/>
    <dgm:cxn modelId="{E0EB9A36-36F1-4A7F-8F3C-EAC6584F0CB3}" type="presOf" srcId="{17F3E190-E233-4BFC-B3A9-E88174D576AD}" destId="{52D61C32-E72A-4BF4-87EA-C850B02730BA}" srcOrd="0" destOrd="0" presId="urn:microsoft.com/office/officeart/2005/8/layout/default"/>
    <dgm:cxn modelId="{E3661038-25CD-4FF2-96E9-2DA1296908DC}" type="presOf" srcId="{A59D931D-AF83-4C8B-893A-411A06C45B07}" destId="{A5FBDCB0-DB16-4C78-ACDB-C8F855B5C404}" srcOrd="0" destOrd="0" presId="urn:microsoft.com/office/officeart/2005/8/layout/default"/>
    <dgm:cxn modelId="{66D3B03F-A9CA-427C-847B-D2E3538B521F}" srcId="{E72DCDC6-E24D-4640-A3DB-18B34B64799F}" destId="{17F3E190-E233-4BFC-B3A9-E88174D576AD}" srcOrd="11" destOrd="0" parTransId="{6C2471AA-B2DC-4A79-BB3C-365751FFAA06}" sibTransId="{29E61C4E-B343-46C6-A637-1F0A4BD2EFB2}"/>
    <dgm:cxn modelId="{A6436C42-738A-4233-A83A-ED6BF766D242}" type="presOf" srcId="{7F30E377-3204-4712-AF0E-61B1946256F5}" destId="{4025F4E0-F1E2-4C79-8C22-3D2AF247C078}" srcOrd="0" destOrd="0" presId="urn:microsoft.com/office/officeart/2005/8/layout/default"/>
    <dgm:cxn modelId="{5E4F604B-7EC2-4AB0-8455-4C2EFFA3BAF4}" type="presOf" srcId="{6EB9B92F-7B48-4F90-ADAF-8B9E7FE51994}" destId="{DA9C5225-F9F3-4441-9E11-AFE35A233287}" srcOrd="0" destOrd="0" presId="urn:microsoft.com/office/officeart/2005/8/layout/default"/>
    <dgm:cxn modelId="{5DC17C6D-FE1E-401C-A024-C6CFE8844059}" srcId="{E72DCDC6-E24D-4640-A3DB-18B34B64799F}" destId="{90540868-6897-421D-82DC-360678C50C4D}" srcOrd="5" destOrd="0" parTransId="{DF065988-60F2-4C06-9013-AC2CC855B814}" sibTransId="{9FD98DAB-1072-4428-95C3-AB21DA950F18}"/>
    <dgm:cxn modelId="{0CCE6450-32AF-49EB-8E80-F2EC0CAFAD28}" type="presOf" srcId="{E72DCDC6-E24D-4640-A3DB-18B34B64799F}" destId="{AB9810A4-DAC1-48E0-9396-1BF5B86538D9}" srcOrd="0" destOrd="0" presId="urn:microsoft.com/office/officeart/2005/8/layout/default"/>
    <dgm:cxn modelId="{A3521053-C513-431D-A742-944C2FC7C942}" type="presOf" srcId="{A84203BC-1BD4-4B55-ADB7-7BE73BEDB107}" destId="{68AC8B9C-425A-4D8B-A307-BE1B5B920FB4}" srcOrd="0" destOrd="0" presId="urn:microsoft.com/office/officeart/2005/8/layout/default"/>
    <dgm:cxn modelId="{E922B57A-B15A-4160-92B7-ECB5E99563C3}" srcId="{E72DCDC6-E24D-4640-A3DB-18B34B64799F}" destId="{DECDB3C8-265A-4B72-B6F1-A256E6857CE1}" srcOrd="4" destOrd="0" parTransId="{87FFF5B1-D18C-44EE-B75E-E7F79CAD91C4}" sibTransId="{4E8A07C2-B619-4D2F-BD10-D6BE9CC567CE}"/>
    <dgm:cxn modelId="{892D847E-46DD-49AA-A7AE-34DCB82447EB}" srcId="{E72DCDC6-E24D-4640-A3DB-18B34B64799F}" destId="{72CD097E-ACA9-40D2-AE85-554D4B4B3C9A}" srcOrd="2" destOrd="0" parTransId="{2CFC1F85-71DE-4B3B-9BEF-05B16632B826}" sibTransId="{B4A4D782-4893-488C-896E-AFB803DD3F03}"/>
    <dgm:cxn modelId="{566E3491-68E7-4662-9F23-608F42EA8BF3}" srcId="{E72DCDC6-E24D-4640-A3DB-18B34B64799F}" destId="{6EB9B92F-7B48-4F90-ADAF-8B9E7FE51994}" srcOrd="3" destOrd="0" parTransId="{286C4F11-7CDF-4BD0-B3CE-DAC40C09DB99}" sibTransId="{23BCF227-C7C2-4295-94D7-F179122C4D21}"/>
    <dgm:cxn modelId="{FC44F195-3211-4CA0-A8D4-D35E4DFF3BDC}" srcId="{E72DCDC6-E24D-4640-A3DB-18B34B64799F}" destId="{A84203BC-1BD4-4B55-ADB7-7BE73BEDB107}" srcOrd="9" destOrd="0" parTransId="{63776123-73CB-425A-AE25-E984BF73388B}" sibTransId="{F7A46AC4-0BCB-47F4-9891-54744C85F341}"/>
    <dgm:cxn modelId="{C150969E-2834-4BDE-A70E-FFC8007C557D}" srcId="{E72DCDC6-E24D-4640-A3DB-18B34B64799F}" destId="{A59D931D-AF83-4C8B-893A-411A06C45B07}" srcOrd="7" destOrd="0" parTransId="{250750E2-B583-4B0A-B9C3-C9D52B0EA7D8}" sibTransId="{95CB3B57-D640-4654-9033-5D03DB5D039E}"/>
    <dgm:cxn modelId="{9389C69F-AAB6-4427-B6FE-59C21BD3B3DE}" type="presOf" srcId="{72CD097E-ACA9-40D2-AE85-554D4B4B3C9A}" destId="{9CD151DA-D279-4763-845F-ED7C44735119}" srcOrd="0" destOrd="0" presId="urn:microsoft.com/office/officeart/2005/8/layout/default"/>
    <dgm:cxn modelId="{BBFDADA3-1D22-4FF4-A12D-18FD1F0CEA20}" srcId="{E72DCDC6-E24D-4640-A3DB-18B34B64799F}" destId="{B9AFA692-700D-450A-B22F-808DEB817DFD}" srcOrd="8" destOrd="0" parTransId="{2EB476CE-03FA-4A13-AE9D-837B039DB357}" sibTransId="{1A817161-25B3-436F-8E0A-C2C1796A00F4}"/>
    <dgm:cxn modelId="{44D3DAAE-8CC4-4EE7-BE03-28CE82BFB988}" type="presOf" srcId="{20BC4154-36FF-49C3-BCD5-97FD0B003453}" destId="{BAD12FBF-99C4-4563-8FA0-3EC46140BBEB}" srcOrd="0" destOrd="0" presId="urn:microsoft.com/office/officeart/2005/8/layout/default"/>
    <dgm:cxn modelId="{B372EEBC-349C-44AB-A742-6433DCC3F0B5}" type="presOf" srcId="{3A133491-D2E4-4893-A245-C95802208183}" destId="{DFC28C24-6346-451C-AEE3-21DEFF982B5E}" srcOrd="0" destOrd="0" presId="urn:microsoft.com/office/officeart/2005/8/layout/default"/>
    <dgm:cxn modelId="{8AA4E3D7-223B-445A-9A1B-65778B8121D5}" type="presOf" srcId="{3638A4D2-842B-499A-9077-E9B4793ED77E}" destId="{1F3C3897-FA8C-4EB5-88F1-18E2C6362D79}" srcOrd="0" destOrd="0" presId="urn:microsoft.com/office/officeart/2005/8/layout/default"/>
    <dgm:cxn modelId="{3BD7A9E5-BCDB-462B-A89D-BB1C5884D3D4}" type="presOf" srcId="{106B49F7-A9A9-440C-A27C-48D44F2EB571}" destId="{D80C0760-0D47-4F6B-95AC-CA0CCFC18C0E}" srcOrd="0" destOrd="0" presId="urn:microsoft.com/office/officeart/2005/8/layout/default"/>
    <dgm:cxn modelId="{FA23CDFE-117F-47CE-A6B2-31BB279C936A}" srcId="{E72DCDC6-E24D-4640-A3DB-18B34B64799F}" destId="{20BC4154-36FF-49C3-BCD5-97FD0B003453}" srcOrd="6" destOrd="0" parTransId="{D931DB54-4A9E-48FD-B0D1-10D8DD6AE385}" sibTransId="{FCBD1654-8B03-4BB7-86E0-8E9892E4E5A0}"/>
    <dgm:cxn modelId="{9CE056ED-86C0-4792-8FD2-F73F67D1D2EC}" type="presParOf" srcId="{AB9810A4-DAC1-48E0-9396-1BF5B86538D9}" destId="{1F3C3897-FA8C-4EB5-88F1-18E2C6362D79}" srcOrd="0" destOrd="0" presId="urn:microsoft.com/office/officeart/2005/8/layout/default"/>
    <dgm:cxn modelId="{67F9E246-80F5-421A-917E-BBBBAAB3A097}" type="presParOf" srcId="{AB9810A4-DAC1-48E0-9396-1BF5B86538D9}" destId="{47878813-0D9A-44CF-8957-BDC1F8674C7F}" srcOrd="1" destOrd="0" presId="urn:microsoft.com/office/officeart/2005/8/layout/default"/>
    <dgm:cxn modelId="{F077A2DE-FCBD-4616-A669-9B18AA719E8F}" type="presParOf" srcId="{AB9810A4-DAC1-48E0-9396-1BF5B86538D9}" destId="{4025F4E0-F1E2-4C79-8C22-3D2AF247C078}" srcOrd="2" destOrd="0" presId="urn:microsoft.com/office/officeart/2005/8/layout/default"/>
    <dgm:cxn modelId="{6A427ECE-09A6-4324-9F27-61A6C66448A9}" type="presParOf" srcId="{AB9810A4-DAC1-48E0-9396-1BF5B86538D9}" destId="{7AA7AB10-ADA7-4DFE-8632-CBD23C4AC905}" srcOrd="3" destOrd="0" presId="urn:microsoft.com/office/officeart/2005/8/layout/default"/>
    <dgm:cxn modelId="{A75CD3AA-A935-484A-8F68-D5087C07229C}" type="presParOf" srcId="{AB9810A4-DAC1-48E0-9396-1BF5B86538D9}" destId="{9CD151DA-D279-4763-845F-ED7C44735119}" srcOrd="4" destOrd="0" presId="urn:microsoft.com/office/officeart/2005/8/layout/default"/>
    <dgm:cxn modelId="{92A0C768-8AAF-4353-ABA2-19FA88E20B6B}" type="presParOf" srcId="{AB9810A4-DAC1-48E0-9396-1BF5B86538D9}" destId="{2D340B6F-1901-45AA-A480-2B514D9C3E50}" srcOrd="5" destOrd="0" presId="urn:microsoft.com/office/officeart/2005/8/layout/default"/>
    <dgm:cxn modelId="{9165ABDA-711C-4F77-AC46-4242E541C40F}" type="presParOf" srcId="{AB9810A4-DAC1-48E0-9396-1BF5B86538D9}" destId="{DA9C5225-F9F3-4441-9E11-AFE35A233287}" srcOrd="6" destOrd="0" presId="urn:microsoft.com/office/officeart/2005/8/layout/default"/>
    <dgm:cxn modelId="{3422007C-4601-43B0-BD4C-43EAD231E599}" type="presParOf" srcId="{AB9810A4-DAC1-48E0-9396-1BF5B86538D9}" destId="{5ED0FF78-6533-46C9-9BC5-805B72C0A979}" srcOrd="7" destOrd="0" presId="urn:microsoft.com/office/officeart/2005/8/layout/default"/>
    <dgm:cxn modelId="{FA80DE49-6C70-4F13-A103-B0FD0345626B}" type="presParOf" srcId="{AB9810A4-DAC1-48E0-9396-1BF5B86538D9}" destId="{B4B97E1B-3B1D-4162-B1E4-4F6B41A6B074}" srcOrd="8" destOrd="0" presId="urn:microsoft.com/office/officeart/2005/8/layout/default"/>
    <dgm:cxn modelId="{157306C5-57E5-4132-8516-69EA017FD201}" type="presParOf" srcId="{AB9810A4-DAC1-48E0-9396-1BF5B86538D9}" destId="{3CEF120C-5571-4612-A09C-FC4EA7AFD937}" srcOrd="9" destOrd="0" presId="urn:microsoft.com/office/officeart/2005/8/layout/default"/>
    <dgm:cxn modelId="{EA6A623E-0061-4182-8F0E-1CCEEA80B410}" type="presParOf" srcId="{AB9810A4-DAC1-48E0-9396-1BF5B86538D9}" destId="{8B439A2F-34D7-42B7-9F5A-685506ACBEA8}" srcOrd="10" destOrd="0" presId="urn:microsoft.com/office/officeart/2005/8/layout/default"/>
    <dgm:cxn modelId="{DE13C6C4-B3A3-4BFF-9271-8790ADEDF1F9}" type="presParOf" srcId="{AB9810A4-DAC1-48E0-9396-1BF5B86538D9}" destId="{8D775D31-BB63-49B1-BE2F-66AA66A1F40C}" srcOrd="11" destOrd="0" presId="urn:microsoft.com/office/officeart/2005/8/layout/default"/>
    <dgm:cxn modelId="{21F50FBB-01D2-4BDE-AA05-7DE2837294A2}" type="presParOf" srcId="{AB9810A4-DAC1-48E0-9396-1BF5B86538D9}" destId="{BAD12FBF-99C4-4563-8FA0-3EC46140BBEB}" srcOrd="12" destOrd="0" presId="urn:microsoft.com/office/officeart/2005/8/layout/default"/>
    <dgm:cxn modelId="{9ACC69A2-D145-4BE2-A71A-362485E67A80}" type="presParOf" srcId="{AB9810A4-DAC1-48E0-9396-1BF5B86538D9}" destId="{73AEADEC-C8AF-4A57-A7DF-B8B664E28EE0}" srcOrd="13" destOrd="0" presId="urn:microsoft.com/office/officeart/2005/8/layout/default"/>
    <dgm:cxn modelId="{94899935-FCC3-44FE-8BCB-7DD0FB80035B}" type="presParOf" srcId="{AB9810A4-DAC1-48E0-9396-1BF5B86538D9}" destId="{A5FBDCB0-DB16-4C78-ACDB-C8F855B5C404}" srcOrd="14" destOrd="0" presId="urn:microsoft.com/office/officeart/2005/8/layout/default"/>
    <dgm:cxn modelId="{BD492B9E-DC35-46F0-88AA-C004B8CDCBE0}" type="presParOf" srcId="{AB9810A4-DAC1-48E0-9396-1BF5B86538D9}" destId="{138B0EFC-EEC4-438A-9408-DED2B3C9A026}" srcOrd="15" destOrd="0" presId="urn:microsoft.com/office/officeart/2005/8/layout/default"/>
    <dgm:cxn modelId="{C51D7E92-2BC5-4988-B937-B27EF33607DB}" type="presParOf" srcId="{AB9810A4-DAC1-48E0-9396-1BF5B86538D9}" destId="{D4637AE2-FC81-481E-9033-63A0E7C976F0}" srcOrd="16" destOrd="0" presId="urn:microsoft.com/office/officeart/2005/8/layout/default"/>
    <dgm:cxn modelId="{10268A62-B117-4347-BDAB-AA213DAFDEF4}" type="presParOf" srcId="{AB9810A4-DAC1-48E0-9396-1BF5B86538D9}" destId="{F960CBE8-4709-465E-A119-5CFA5193A338}" srcOrd="17" destOrd="0" presId="urn:microsoft.com/office/officeart/2005/8/layout/default"/>
    <dgm:cxn modelId="{DC5EBFE2-005E-4067-9861-A284B9902E67}" type="presParOf" srcId="{AB9810A4-DAC1-48E0-9396-1BF5B86538D9}" destId="{68AC8B9C-425A-4D8B-A307-BE1B5B920FB4}" srcOrd="18" destOrd="0" presId="urn:microsoft.com/office/officeart/2005/8/layout/default"/>
    <dgm:cxn modelId="{00F390D9-E25B-4083-847B-DA63B49FC349}" type="presParOf" srcId="{AB9810A4-DAC1-48E0-9396-1BF5B86538D9}" destId="{8F6B537A-CF27-4B0A-83BA-0625E8FFE900}" srcOrd="19" destOrd="0" presId="urn:microsoft.com/office/officeart/2005/8/layout/default"/>
    <dgm:cxn modelId="{D3D68CDE-0B38-4A5D-A808-A362B50B90B1}" type="presParOf" srcId="{AB9810A4-DAC1-48E0-9396-1BF5B86538D9}" destId="{DFC28C24-6346-451C-AEE3-21DEFF982B5E}" srcOrd="20" destOrd="0" presId="urn:microsoft.com/office/officeart/2005/8/layout/default"/>
    <dgm:cxn modelId="{452ED85D-00FE-4C5C-8F2D-2B4D3095B262}" type="presParOf" srcId="{AB9810A4-DAC1-48E0-9396-1BF5B86538D9}" destId="{70B5CCAB-2491-4C5B-A6C8-E71CC5AF9C14}" srcOrd="21" destOrd="0" presId="urn:microsoft.com/office/officeart/2005/8/layout/default"/>
    <dgm:cxn modelId="{27A8AF9E-DFEE-47AC-B3D4-61045A90CCE0}" type="presParOf" srcId="{AB9810A4-DAC1-48E0-9396-1BF5B86538D9}" destId="{52D61C32-E72A-4BF4-87EA-C850B02730BA}" srcOrd="22" destOrd="0" presId="urn:microsoft.com/office/officeart/2005/8/layout/default"/>
    <dgm:cxn modelId="{F28B3ACC-3FA3-4565-A96F-1E18A604DA71}" type="presParOf" srcId="{AB9810A4-DAC1-48E0-9396-1BF5B86538D9}" destId="{12FF3900-17D3-4C8A-8129-5D259CB6837C}" srcOrd="23" destOrd="0" presId="urn:microsoft.com/office/officeart/2005/8/layout/default"/>
    <dgm:cxn modelId="{2C3FCB28-9FE0-4E3F-B6AE-7366DA81EABB}" type="presParOf" srcId="{AB9810A4-DAC1-48E0-9396-1BF5B86538D9}" destId="{D80C0760-0D47-4F6B-95AC-CA0CCFC18C0E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10220F-FD8B-4CBC-B087-CFC30E656957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423096-FACA-4553-B37D-F16B910A73CF}">
      <dgm:prSet/>
      <dgm:spPr/>
      <dgm:t>
        <a:bodyPr/>
        <a:lstStyle/>
        <a:p>
          <a:r>
            <a:rPr lang="en-US" b="1"/>
            <a:t>Techniques</a:t>
          </a:r>
          <a:endParaRPr lang="en-US"/>
        </a:p>
      </dgm:t>
    </dgm:pt>
    <dgm:pt modelId="{7D0135A6-7C98-4738-B30E-B3AB322E9D48}" type="parTrans" cxnId="{2ED23508-A87A-4B6A-A483-A789195AB76E}">
      <dgm:prSet/>
      <dgm:spPr/>
      <dgm:t>
        <a:bodyPr/>
        <a:lstStyle/>
        <a:p>
          <a:endParaRPr lang="en-US"/>
        </a:p>
      </dgm:t>
    </dgm:pt>
    <dgm:pt modelId="{9AE4EEB1-1202-46A0-B345-1EDCB721F7E0}" type="sibTrans" cxnId="{2ED23508-A87A-4B6A-A483-A789195AB76E}">
      <dgm:prSet/>
      <dgm:spPr/>
      <dgm:t>
        <a:bodyPr/>
        <a:lstStyle/>
        <a:p>
          <a:endParaRPr lang="en-US"/>
        </a:p>
      </dgm:t>
    </dgm:pt>
    <dgm:pt modelId="{2F1335F6-7A4E-4B98-B551-D72FF5594CE0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Alpha Blending</a:t>
          </a:r>
        </a:p>
      </dgm:t>
    </dgm:pt>
    <dgm:pt modelId="{5FCB0254-E3ED-4B58-ABF6-A97A0A77A698}" type="parTrans" cxnId="{FAB373BD-AC40-4E8D-9367-45CBF72B193E}">
      <dgm:prSet/>
      <dgm:spPr/>
      <dgm:t>
        <a:bodyPr/>
        <a:lstStyle/>
        <a:p>
          <a:endParaRPr lang="en-US"/>
        </a:p>
      </dgm:t>
    </dgm:pt>
    <dgm:pt modelId="{AC9AD42E-D2ED-4CA8-B719-BE59257987C9}" type="sibTrans" cxnId="{FAB373BD-AC40-4E8D-9367-45CBF72B193E}">
      <dgm:prSet/>
      <dgm:spPr/>
      <dgm:t>
        <a:bodyPr/>
        <a:lstStyle/>
        <a:p>
          <a:endParaRPr lang="en-US"/>
        </a:p>
      </dgm:t>
    </dgm:pt>
    <dgm:pt modelId="{73882FAF-5DE7-454D-9419-AAC2D3FF744B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Image Composition</a:t>
          </a:r>
        </a:p>
      </dgm:t>
    </dgm:pt>
    <dgm:pt modelId="{3F6C6A04-0B8E-493C-90AC-E70C0B0E96B0}" type="parTrans" cxnId="{B28DA785-B416-4AB2-BB73-E2E71D25C353}">
      <dgm:prSet/>
      <dgm:spPr/>
      <dgm:t>
        <a:bodyPr/>
        <a:lstStyle/>
        <a:p>
          <a:endParaRPr lang="en-US"/>
        </a:p>
      </dgm:t>
    </dgm:pt>
    <dgm:pt modelId="{7B6450E7-9ADC-45DF-849F-E6F544E7BEE4}" type="sibTrans" cxnId="{B28DA785-B416-4AB2-BB73-E2E71D25C353}">
      <dgm:prSet/>
      <dgm:spPr/>
      <dgm:t>
        <a:bodyPr/>
        <a:lstStyle/>
        <a:p>
          <a:endParaRPr lang="en-US"/>
        </a:p>
      </dgm:t>
    </dgm:pt>
    <dgm:pt modelId="{940AC998-6988-41E9-A728-055A9D4006DA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Edge Smoothing</a:t>
          </a:r>
        </a:p>
      </dgm:t>
    </dgm:pt>
    <dgm:pt modelId="{41320729-36EA-4726-BFF7-0FB6BED2CB82}" type="parTrans" cxnId="{437E5575-A313-4A74-8C1A-2E7831CB4B2C}">
      <dgm:prSet/>
      <dgm:spPr/>
      <dgm:t>
        <a:bodyPr/>
        <a:lstStyle/>
        <a:p>
          <a:endParaRPr lang="en-US"/>
        </a:p>
      </dgm:t>
    </dgm:pt>
    <dgm:pt modelId="{78CF9E40-BC96-4816-A32C-943E4F001864}" type="sibTrans" cxnId="{437E5575-A313-4A74-8C1A-2E7831CB4B2C}">
      <dgm:prSet/>
      <dgm:spPr/>
      <dgm:t>
        <a:bodyPr/>
        <a:lstStyle/>
        <a:p>
          <a:endParaRPr lang="en-US"/>
        </a:p>
      </dgm:t>
    </dgm:pt>
    <dgm:pt modelId="{8E36026D-D846-457E-8110-3A986AE39CAB}">
      <dgm:prSet/>
      <dgm:spPr/>
      <dgm:t>
        <a:bodyPr/>
        <a:lstStyle/>
        <a:p>
          <a:r>
            <a:rPr lang="en-US" b="1"/>
            <a:t>Benefits</a:t>
          </a:r>
          <a:endParaRPr lang="en-US"/>
        </a:p>
      </dgm:t>
    </dgm:pt>
    <dgm:pt modelId="{743D0FE9-3E15-4CE6-AA30-666919477BBF}" type="parTrans" cxnId="{C37993C0-C31F-42DF-9EB8-C875FC19CF8E}">
      <dgm:prSet/>
      <dgm:spPr/>
      <dgm:t>
        <a:bodyPr/>
        <a:lstStyle/>
        <a:p>
          <a:endParaRPr lang="en-US"/>
        </a:p>
      </dgm:t>
    </dgm:pt>
    <dgm:pt modelId="{FE6DBCEA-34C3-4CCA-90CA-0BD77CD763B5}" type="sibTrans" cxnId="{C37993C0-C31F-42DF-9EB8-C875FC19CF8E}">
      <dgm:prSet/>
      <dgm:spPr/>
      <dgm:t>
        <a:bodyPr/>
        <a:lstStyle/>
        <a:p>
          <a:endParaRPr lang="en-US"/>
        </a:p>
      </dgm:t>
    </dgm:pt>
    <dgm:pt modelId="{2328B622-5FA2-4233-9352-7A07072B0AAD}">
      <dgm:prSet/>
      <dgm:spPr/>
      <dgm:t>
        <a:bodyPr/>
        <a:lstStyle/>
        <a:p>
          <a:r>
            <a: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Natural appearance</a:t>
          </a:r>
        </a:p>
      </dgm:t>
    </dgm:pt>
    <dgm:pt modelId="{57E34253-16C6-4996-9B0C-98A9ED0D7AF1}" type="parTrans" cxnId="{8B926B21-28B7-470A-AB83-1F3236509A64}">
      <dgm:prSet/>
      <dgm:spPr/>
      <dgm:t>
        <a:bodyPr/>
        <a:lstStyle/>
        <a:p>
          <a:endParaRPr lang="en-US"/>
        </a:p>
      </dgm:t>
    </dgm:pt>
    <dgm:pt modelId="{4271E22C-C699-476D-805C-2589D3E546D8}" type="sibTrans" cxnId="{8B926B21-28B7-470A-AB83-1F3236509A64}">
      <dgm:prSet/>
      <dgm:spPr/>
      <dgm:t>
        <a:bodyPr/>
        <a:lstStyle/>
        <a:p>
          <a:endParaRPr lang="en-US"/>
        </a:p>
      </dgm:t>
    </dgm:pt>
    <dgm:pt modelId="{EEC277EC-8B6D-4B73-9B83-AEC75C7DB10B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Better garment integration</a:t>
          </a:r>
        </a:p>
      </dgm:t>
    </dgm:pt>
    <dgm:pt modelId="{46A429EE-D05E-48DE-BB91-52DE422D3371}" type="parTrans" cxnId="{710861D4-B363-4414-8299-67BAD070B994}">
      <dgm:prSet/>
      <dgm:spPr/>
      <dgm:t>
        <a:bodyPr/>
        <a:lstStyle/>
        <a:p>
          <a:endParaRPr lang="en-US"/>
        </a:p>
      </dgm:t>
    </dgm:pt>
    <dgm:pt modelId="{9CA88363-F990-41BD-87E1-3210FB4BCD1C}" type="sibTrans" cxnId="{710861D4-B363-4414-8299-67BAD070B994}">
      <dgm:prSet/>
      <dgm:spPr/>
      <dgm:t>
        <a:bodyPr/>
        <a:lstStyle/>
        <a:p>
          <a:endParaRPr lang="en-US"/>
        </a:p>
      </dgm:t>
    </dgm:pt>
    <dgm:pt modelId="{1FF6A5C0-A57E-42B0-8DFF-D8E0EC7A9B91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Improved realism</a:t>
          </a:r>
        </a:p>
      </dgm:t>
    </dgm:pt>
    <dgm:pt modelId="{0F55A763-C977-49FB-822E-A6FCD1B6F689}" type="parTrans" cxnId="{2C053605-9262-4C89-865A-0A9DEDDF06A0}">
      <dgm:prSet/>
      <dgm:spPr/>
      <dgm:t>
        <a:bodyPr/>
        <a:lstStyle/>
        <a:p>
          <a:endParaRPr lang="en-US"/>
        </a:p>
      </dgm:t>
    </dgm:pt>
    <dgm:pt modelId="{D127E14A-ED5F-4DA2-AE0A-A7E1765BEDA0}" type="sibTrans" cxnId="{2C053605-9262-4C89-865A-0A9DEDDF06A0}">
      <dgm:prSet/>
      <dgm:spPr/>
      <dgm:t>
        <a:bodyPr/>
        <a:lstStyle/>
        <a:p>
          <a:endParaRPr lang="en-US"/>
        </a:p>
      </dgm:t>
    </dgm:pt>
    <dgm:pt modelId="{0B0D68A9-DF86-4B2A-BC3C-92921852C695}" type="pres">
      <dgm:prSet presAssocID="{0D10220F-FD8B-4CBC-B087-CFC30E656957}" presName="Name0" presStyleCnt="0">
        <dgm:presLayoutVars>
          <dgm:dir/>
          <dgm:animLvl val="lvl"/>
          <dgm:resizeHandles val="exact"/>
        </dgm:presLayoutVars>
      </dgm:prSet>
      <dgm:spPr/>
    </dgm:pt>
    <dgm:pt modelId="{A0D99D1B-2B90-4D47-95D8-7F072091C4CE}" type="pres">
      <dgm:prSet presAssocID="{38423096-FACA-4553-B37D-F16B910A73CF}" presName="composite" presStyleCnt="0"/>
      <dgm:spPr/>
    </dgm:pt>
    <dgm:pt modelId="{722C4D7F-AF3D-44A4-A8B9-53632FAB2D87}" type="pres">
      <dgm:prSet presAssocID="{38423096-FACA-4553-B37D-F16B910A73C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07B8D1E-A51B-46E8-923A-13AA21102F17}" type="pres">
      <dgm:prSet presAssocID="{38423096-FACA-4553-B37D-F16B910A73CF}" presName="desTx" presStyleLbl="alignAccFollowNode1" presStyleIdx="0" presStyleCnt="2">
        <dgm:presLayoutVars>
          <dgm:bulletEnabled val="1"/>
        </dgm:presLayoutVars>
      </dgm:prSet>
      <dgm:spPr/>
    </dgm:pt>
    <dgm:pt modelId="{D73B9511-0B59-4226-8726-4F59690D29AE}" type="pres">
      <dgm:prSet presAssocID="{9AE4EEB1-1202-46A0-B345-1EDCB721F7E0}" presName="space" presStyleCnt="0"/>
      <dgm:spPr/>
    </dgm:pt>
    <dgm:pt modelId="{0629CF78-53DC-41D3-B02D-C861CD2D99C9}" type="pres">
      <dgm:prSet presAssocID="{8E36026D-D846-457E-8110-3A986AE39CAB}" presName="composite" presStyleCnt="0"/>
      <dgm:spPr/>
    </dgm:pt>
    <dgm:pt modelId="{30583450-34AF-4C91-BC27-092F20BB0F98}" type="pres">
      <dgm:prSet presAssocID="{8E36026D-D846-457E-8110-3A986AE39CA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E4907AC-2D96-48FB-A56C-04B7C8D66382}" type="pres">
      <dgm:prSet presAssocID="{8E36026D-D846-457E-8110-3A986AE39CA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8343D00-DA4F-4116-862E-C5D9A6B58CF7}" type="presOf" srcId="{38423096-FACA-4553-B37D-F16B910A73CF}" destId="{722C4D7F-AF3D-44A4-A8B9-53632FAB2D87}" srcOrd="0" destOrd="0" presId="urn:microsoft.com/office/officeart/2005/8/layout/hList1"/>
    <dgm:cxn modelId="{2C053605-9262-4C89-865A-0A9DEDDF06A0}" srcId="{8E36026D-D846-457E-8110-3A986AE39CAB}" destId="{1FF6A5C0-A57E-42B0-8DFF-D8E0EC7A9B91}" srcOrd="2" destOrd="0" parTransId="{0F55A763-C977-49FB-822E-A6FCD1B6F689}" sibTransId="{D127E14A-ED5F-4DA2-AE0A-A7E1765BEDA0}"/>
    <dgm:cxn modelId="{0E82A507-74ED-4026-A94C-7A9CC755572C}" type="presOf" srcId="{73882FAF-5DE7-454D-9419-AAC2D3FF744B}" destId="{407B8D1E-A51B-46E8-923A-13AA21102F17}" srcOrd="0" destOrd="1" presId="urn:microsoft.com/office/officeart/2005/8/layout/hList1"/>
    <dgm:cxn modelId="{2ED23508-A87A-4B6A-A483-A789195AB76E}" srcId="{0D10220F-FD8B-4CBC-B087-CFC30E656957}" destId="{38423096-FACA-4553-B37D-F16B910A73CF}" srcOrd="0" destOrd="0" parTransId="{7D0135A6-7C98-4738-B30E-B3AB322E9D48}" sibTransId="{9AE4EEB1-1202-46A0-B345-1EDCB721F7E0}"/>
    <dgm:cxn modelId="{8B926B21-28B7-470A-AB83-1F3236509A64}" srcId="{8E36026D-D846-457E-8110-3A986AE39CAB}" destId="{2328B622-5FA2-4233-9352-7A07072B0AAD}" srcOrd="0" destOrd="0" parTransId="{57E34253-16C6-4996-9B0C-98A9ED0D7AF1}" sibTransId="{4271E22C-C699-476D-805C-2589D3E546D8}"/>
    <dgm:cxn modelId="{2E6D4B39-768E-455E-9FE8-30050334C217}" type="presOf" srcId="{0D10220F-FD8B-4CBC-B087-CFC30E656957}" destId="{0B0D68A9-DF86-4B2A-BC3C-92921852C695}" srcOrd="0" destOrd="0" presId="urn:microsoft.com/office/officeart/2005/8/layout/hList1"/>
    <dgm:cxn modelId="{5684373D-F88B-45FC-86E1-2DB24DFBE6B8}" type="presOf" srcId="{1FF6A5C0-A57E-42B0-8DFF-D8E0EC7A9B91}" destId="{5E4907AC-2D96-48FB-A56C-04B7C8D66382}" srcOrd="0" destOrd="2" presId="urn:microsoft.com/office/officeart/2005/8/layout/hList1"/>
    <dgm:cxn modelId="{437E5575-A313-4A74-8C1A-2E7831CB4B2C}" srcId="{38423096-FACA-4553-B37D-F16B910A73CF}" destId="{940AC998-6988-41E9-A728-055A9D4006DA}" srcOrd="2" destOrd="0" parTransId="{41320729-36EA-4726-BFF7-0FB6BED2CB82}" sibTransId="{78CF9E40-BC96-4816-A32C-943E4F001864}"/>
    <dgm:cxn modelId="{B28DA785-B416-4AB2-BB73-E2E71D25C353}" srcId="{38423096-FACA-4553-B37D-F16B910A73CF}" destId="{73882FAF-5DE7-454D-9419-AAC2D3FF744B}" srcOrd="1" destOrd="0" parTransId="{3F6C6A04-0B8E-493C-90AC-E70C0B0E96B0}" sibTransId="{7B6450E7-9ADC-45DF-849F-E6F544E7BEE4}"/>
    <dgm:cxn modelId="{FAB373BD-AC40-4E8D-9367-45CBF72B193E}" srcId="{38423096-FACA-4553-B37D-F16B910A73CF}" destId="{2F1335F6-7A4E-4B98-B551-D72FF5594CE0}" srcOrd="0" destOrd="0" parTransId="{5FCB0254-E3ED-4B58-ABF6-A97A0A77A698}" sibTransId="{AC9AD42E-D2ED-4CA8-B719-BE59257987C9}"/>
    <dgm:cxn modelId="{C37993C0-C31F-42DF-9EB8-C875FC19CF8E}" srcId="{0D10220F-FD8B-4CBC-B087-CFC30E656957}" destId="{8E36026D-D846-457E-8110-3A986AE39CAB}" srcOrd="1" destOrd="0" parTransId="{743D0FE9-3E15-4CE6-AA30-666919477BBF}" sibTransId="{FE6DBCEA-34C3-4CCA-90CA-0BD77CD763B5}"/>
    <dgm:cxn modelId="{28F7FFC6-A865-48E1-95EE-11B9B126D84A}" type="presOf" srcId="{2F1335F6-7A4E-4B98-B551-D72FF5594CE0}" destId="{407B8D1E-A51B-46E8-923A-13AA21102F17}" srcOrd="0" destOrd="0" presId="urn:microsoft.com/office/officeart/2005/8/layout/hList1"/>
    <dgm:cxn modelId="{5369A2C7-30EA-4C41-984C-8A58E4C9DC49}" type="presOf" srcId="{8E36026D-D846-457E-8110-3A986AE39CAB}" destId="{30583450-34AF-4C91-BC27-092F20BB0F98}" srcOrd="0" destOrd="0" presId="urn:microsoft.com/office/officeart/2005/8/layout/hList1"/>
    <dgm:cxn modelId="{4A64F3C8-3672-4146-BEA5-86F0B0A9CDFE}" type="presOf" srcId="{EEC277EC-8B6D-4B73-9B83-AEC75C7DB10B}" destId="{5E4907AC-2D96-48FB-A56C-04B7C8D66382}" srcOrd="0" destOrd="1" presId="urn:microsoft.com/office/officeart/2005/8/layout/hList1"/>
    <dgm:cxn modelId="{710861D4-B363-4414-8299-67BAD070B994}" srcId="{8E36026D-D846-457E-8110-3A986AE39CAB}" destId="{EEC277EC-8B6D-4B73-9B83-AEC75C7DB10B}" srcOrd="1" destOrd="0" parTransId="{46A429EE-D05E-48DE-BB91-52DE422D3371}" sibTransId="{9CA88363-F990-41BD-87E1-3210FB4BCD1C}"/>
    <dgm:cxn modelId="{C41736D5-C55B-474A-84A5-E931EF2ABD6C}" type="presOf" srcId="{2328B622-5FA2-4233-9352-7A07072B0AAD}" destId="{5E4907AC-2D96-48FB-A56C-04B7C8D66382}" srcOrd="0" destOrd="0" presId="urn:microsoft.com/office/officeart/2005/8/layout/hList1"/>
    <dgm:cxn modelId="{A0F066ED-6F8C-4C6E-A77D-324E4C1B178C}" type="presOf" srcId="{940AC998-6988-41E9-A728-055A9D4006DA}" destId="{407B8D1E-A51B-46E8-923A-13AA21102F17}" srcOrd="0" destOrd="2" presId="urn:microsoft.com/office/officeart/2005/8/layout/hList1"/>
    <dgm:cxn modelId="{A299DBDD-A4BE-480C-A617-C050A07B98A1}" type="presParOf" srcId="{0B0D68A9-DF86-4B2A-BC3C-92921852C695}" destId="{A0D99D1B-2B90-4D47-95D8-7F072091C4CE}" srcOrd="0" destOrd="0" presId="urn:microsoft.com/office/officeart/2005/8/layout/hList1"/>
    <dgm:cxn modelId="{4972B09D-164A-457A-AE15-861CDF48FCB0}" type="presParOf" srcId="{A0D99D1B-2B90-4D47-95D8-7F072091C4CE}" destId="{722C4D7F-AF3D-44A4-A8B9-53632FAB2D87}" srcOrd="0" destOrd="0" presId="urn:microsoft.com/office/officeart/2005/8/layout/hList1"/>
    <dgm:cxn modelId="{563D8852-8AE0-4FC9-85B8-41471CE25D68}" type="presParOf" srcId="{A0D99D1B-2B90-4D47-95D8-7F072091C4CE}" destId="{407B8D1E-A51B-46E8-923A-13AA21102F17}" srcOrd="1" destOrd="0" presId="urn:microsoft.com/office/officeart/2005/8/layout/hList1"/>
    <dgm:cxn modelId="{36FCFD23-0A81-49CF-9533-63A3A126BE0F}" type="presParOf" srcId="{0B0D68A9-DF86-4B2A-BC3C-92921852C695}" destId="{D73B9511-0B59-4226-8726-4F59690D29AE}" srcOrd="1" destOrd="0" presId="urn:microsoft.com/office/officeart/2005/8/layout/hList1"/>
    <dgm:cxn modelId="{B4568357-3552-4816-A963-C8D0467E7363}" type="presParOf" srcId="{0B0D68A9-DF86-4B2A-BC3C-92921852C695}" destId="{0629CF78-53DC-41D3-B02D-C861CD2D99C9}" srcOrd="2" destOrd="0" presId="urn:microsoft.com/office/officeart/2005/8/layout/hList1"/>
    <dgm:cxn modelId="{3D32A5C6-2781-44D7-813B-E4C74F1A11A1}" type="presParOf" srcId="{0629CF78-53DC-41D3-B02D-C861CD2D99C9}" destId="{30583450-34AF-4C91-BC27-092F20BB0F98}" srcOrd="0" destOrd="0" presId="urn:microsoft.com/office/officeart/2005/8/layout/hList1"/>
    <dgm:cxn modelId="{16293138-5A0E-44AE-863A-8CD558B635D4}" type="presParOf" srcId="{0629CF78-53DC-41D3-B02D-C861CD2D99C9}" destId="{5E4907AC-2D96-48FB-A56C-04B7C8D663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C3897-FA8C-4EB5-88F1-18E2C6362D79}">
      <dsp:nvSpPr>
        <dsp:cNvPr id="0" name=""/>
        <dsp:cNvSpPr/>
      </dsp:nvSpPr>
      <dsp:spPr>
        <a:xfrm>
          <a:off x="3071" y="163774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Programming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071" y="163774"/>
        <a:ext cx="1663196" cy="997917"/>
      </dsp:txXfrm>
    </dsp:sp>
    <dsp:sp modelId="{4025F4E0-F1E2-4C79-8C22-3D2AF247C078}">
      <dsp:nvSpPr>
        <dsp:cNvPr id="0" name=""/>
        <dsp:cNvSpPr/>
      </dsp:nvSpPr>
      <dsp:spPr>
        <a:xfrm>
          <a:off x="1832587" y="163774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Python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32587" y="163774"/>
        <a:ext cx="1663196" cy="997917"/>
      </dsp:txXfrm>
    </dsp:sp>
    <dsp:sp modelId="{9CD151DA-D279-4763-845F-ED7C44735119}">
      <dsp:nvSpPr>
        <dsp:cNvPr id="0" name=""/>
        <dsp:cNvSpPr/>
      </dsp:nvSpPr>
      <dsp:spPr>
        <a:xfrm>
          <a:off x="3662103" y="163774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OpenCV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62103" y="163774"/>
        <a:ext cx="1663196" cy="997917"/>
      </dsp:txXfrm>
    </dsp:sp>
    <dsp:sp modelId="{DA9C5225-F9F3-4441-9E11-AFE35A233287}">
      <dsp:nvSpPr>
        <dsp:cNvPr id="0" name=""/>
        <dsp:cNvSpPr/>
      </dsp:nvSpPr>
      <dsp:spPr>
        <a:xfrm>
          <a:off x="5491619" y="163774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MediaPipe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491619" y="163774"/>
        <a:ext cx="1663196" cy="997917"/>
      </dsp:txXfrm>
    </dsp:sp>
    <dsp:sp modelId="{B4B97E1B-3B1D-4162-B1E4-4F6B41A6B074}">
      <dsp:nvSpPr>
        <dsp:cNvPr id="0" name=""/>
        <dsp:cNvSpPr/>
      </dsp:nvSpPr>
      <dsp:spPr>
        <a:xfrm>
          <a:off x="7321135" y="163774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TensorFlow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321135" y="163774"/>
        <a:ext cx="1663196" cy="997917"/>
      </dsp:txXfrm>
    </dsp:sp>
    <dsp:sp modelId="{8B439A2F-34D7-42B7-9F5A-685506ACBEA8}">
      <dsp:nvSpPr>
        <dsp:cNvPr id="0" name=""/>
        <dsp:cNvSpPr/>
      </dsp:nvSpPr>
      <dsp:spPr>
        <a:xfrm>
          <a:off x="3071" y="1328011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Development Tools</a:t>
          </a:r>
          <a:endParaRPr lang="en-US" sz="21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071" y="1328011"/>
        <a:ext cx="1663196" cy="997917"/>
      </dsp:txXfrm>
    </dsp:sp>
    <dsp:sp modelId="{BAD12FBF-99C4-4563-8FA0-3EC46140BBEB}">
      <dsp:nvSpPr>
        <dsp:cNvPr id="0" name=""/>
        <dsp:cNvSpPr/>
      </dsp:nvSpPr>
      <dsp:spPr>
        <a:xfrm>
          <a:off x="1832587" y="1328011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Visual Studio Code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32587" y="1328011"/>
        <a:ext cx="1663196" cy="997917"/>
      </dsp:txXfrm>
    </dsp:sp>
    <dsp:sp modelId="{A5FBDCB0-DB16-4C78-ACDB-C8F855B5C404}">
      <dsp:nvSpPr>
        <dsp:cNvPr id="0" name=""/>
        <dsp:cNvSpPr/>
      </dsp:nvSpPr>
      <dsp:spPr>
        <a:xfrm>
          <a:off x="3662103" y="1328011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GitHub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62103" y="1328011"/>
        <a:ext cx="1663196" cy="997917"/>
      </dsp:txXfrm>
    </dsp:sp>
    <dsp:sp modelId="{D4637AE2-FC81-481E-9033-63A0E7C976F0}">
      <dsp:nvSpPr>
        <dsp:cNvPr id="0" name=""/>
        <dsp:cNvSpPr/>
      </dsp:nvSpPr>
      <dsp:spPr>
        <a:xfrm>
          <a:off x="5491619" y="1328011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AI Frameworks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491619" y="1328011"/>
        <a:ext cx="1663196" cy="997917"/>
      </dsp:txXfrm>
    </dsp:sp>
    <dsp:sp modelId="{68AC8B9C-425A-4D8B-A307-BE1B5B920FB4}">
      <dsp:nvSpPr>
        <dsp:cNvPr id="0" name=""/>
        <dsp:cNvSpPr/>
      </dsp:nvSpPr>
      <dsp:spPr>
        <a:xfrm>
          <a:off x="7321135" y="1328011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Detectron2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321135" y="1328011"/>
        <a:ext cx="1663196" cy="997917"/>
      </dsp:txXfrm>
    </dsp:sp>
    <dsp:sp modelId="{DFC28C24-6346-451C-AEE3-21DEFF982B5E}">
      <dsp:nvSpPr>
        <dsp:cNvPr id="0" name=""/>
        <dsp:cNvSpPr/>
      </dsp:nvSpPr>
      <dsp:spPr>
        <a:xfrm>
          <a:off x="1832587" y="2492249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DeepLabV3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832587" y="2492249"/>
        <a:ext cx="1663196" cy="997917"/>
      </dsp:txXfrm>
    </dsp:sp>
    <dsp:sp modelId="{52D61C32-E72A-4BF4-87EA-C850B02730BA}">
      <dsp:nvSpPr>
        <dsp:cNvPr id="0" name=""/>
        <dsp:cNvSpPr/>
      </dsp:nvSpPr>
      <dsp:spPr>
        <a:xfrm>
          <a:off x="3662103" y="2492249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SCHP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62103" y="2492249"/>
        <a:ext cx="1663196" cy="997917"/>
      </dsp:txXfrm>
    </dsp:sp>
    <dsp:sp modelId="{D80C0760-0D47-4F6B-95AC-CA0CCFC18C0E}">
      <dsp:nvSpPr>
        <dsp:cNvPr id="0" name=""/>
        <dsp:cNvSpPr/>
      </dsp:nvSpPr>
      <dsp:spPr>
        <a:xfrm>
          <a:off x="5491619" y="2492249"/>
          <a:ext cx="1663196" cy="99791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OpenPose</a:t>
          </a:r>
          <a:endParaRPr lang="en-US" sz="2100" b="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491619" y="2492249"/>
        <a:ext cx="1663196" cy="9979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C4D7F-AF3D-44A4-A8B9-53632FAB2D87}">
      <dsp:nvSpPr>
        <dsp:cNvPr id="0" name=""/>
        <dsp:cNvSpPr/>
      </dsp:nvSpPr>
      <dsp:spPr>
        <a:xfrm>
          <a:off x="43" y="54082"/>
          <a:ext cx="4199680" cy="9792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Techniques</a:t>
          </a:r>
          <a:endParaRPr lang="en-US" sz="3400" kern="1200"/>
        </a:p>
      </dsp:txBody>
      <dsp:txXfrm>
        <a:off x="43" y="54082"/>
        <a:ext cx="4199680" cy="979200"/>
      </dsp:txXfrm>
    </dsp:sp>
    <dsp:sp modelId="{407B8D1E-A51B-46E8-923A-13AA21102F17}">
      <dsp:nvSpPr>
        <dsp:cNvPr id="0" name=""/>
        <dsp:cNvSpPr/>
      </dsp:nvSpPr>
      <dsp:spPr>
        <a:xfrm>
          <a:off x="43" y="1033283"/>
          <a:ext cx="4199680" cy="256657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Alpha Blending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Image Composition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Edge Smoothing</a:t>
          </a:r>
        </a:p>
      </dsp:txBody>
      <dsp:txXfrm>
        <a:off x="43" y="1033283"/>
        <a:ext cx="4199680" cy="2566575"/>
      </dsp:txXfrm>
    </dsp:sp>
    <dsp:sp modelId="{30583450-34AF-4C91-BC27-092F20BB0F98}">
      <dsp:nvSpPr>
        <dsp:cNvPr id="0" name=""/>
        <dsp:cNvSpPr/>
      </dsp:nvSpPr>
      <dsp:spPr>
        <a:xfrm>
          <a:off x="4787679" y="54082"/>
          <a:ext cx="4199680" cy="979200"/>
        </a:xfrm>
        <a:prstGeom prst="rect">
          <a:avLst/>
        </a:prstGeom>
        <a:gradFill rotWithShape="0">
          <a:gsLst>
            <a:gs pos="0">
              <a:schemeClr val="accent2">
                <a:hueOff val="889586"/>
                <a:satOff val="-19883"/>
                <a:lumOff val="-18823"/>
                <a:alphaOff val="0"/>
                <a:tint val="96000"/>
                <a:lumMod val="104000"/>
              </a:schemeClr>
            </a:gs>
            <a:gs pos="100000">
              <a:schemeClr val="accent2">
                <a:hueOff val="889586"/>
                <a:satOff val="-19883"/>
                <a:lumOff val="-18823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889586"/>
              <a:satOff val="-19883"/>
              <a:lumOff val="-18823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/>
            <a:t>Benefits</a:t>
          </a:r>
          <a:endParaRPr lang="en-US" sz="3400" kern="1200"/>
        </a:p>
      </dsp:txBody>
      <dsp:txXfrm>
        <a:off x="4787679" y="54082"/>
        <a:ext cx="4199680" cy="979200"/>
      </dsp:txXfrm>
    </dsp:sp>
    <dsp:sp modelId="{5E4907AC-2D96-48FB-A56C-04B7C8D66382}">
      <dsp:nvSpPr>
        <dsp:cNvPr id="0" name=""/>
        <dsp:cNvSpPr/>
      </dsp:nvSpPr>
      <dsp:spPr>
        <a:xfrm>
          <a:off x="4787679" y="1033283"/>
          <a:ext cx="4199680" cy="2566575"/>
        </a:xfrm>
        <a:prstGeom prst="rect">
          <a:avLst/>
        </a:prstGeom>
        <a:solidFill>
          <a:schemeClr val="accent2">
            <a:tint val="40000"/>
            <a:alpha val="90000"/>
            <a:hueOff val="982140"/>
            <a:satOff val="-50066"/>
            <a:lumOff val="-5179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982140"/>
              <a:satOff val="-50066"/>
              <a:lumOff val="-51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Natural appearance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Better garment integration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Improved realism</a:t>
          </a:r>
        </a:p>
      </dsp:txBody>
      <dsp:txXfrm>
        <a:off x="4787679" y="1033283"/>
        <a:ext cx="4199680" cy="2566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6E154-75BE-4B9A-B3C5-E7BCADEDDD93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C67A5-FF6F-4357-90A1-42C16F8FFA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0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C67A5-FF6F-4357-90A1-42C16F8FFAF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51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C67A5-FF6F-4357-90A1-42C16F8FFAF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9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1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9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43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08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58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47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4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09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17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0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1257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517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325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78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474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0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77FBB-5263-4DBB-A42A-4C9784F29D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0759771-F2DF-4E56-A70D-8ABA53185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45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18DD6D-EE62-5961-D90A-79E89B7CDFC3}"/>
              </a:ext>
            </a:extLst>
          </p:cNvPr>
          <p:cNvSpPr txBox="1"/>
          <p:nvPr/>
        </p:nvSpPr>
        <p:spPr>
          <a:xfrm>
            <a:off x="2281083" y="1150374"/>
            <a:ext cx="91046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chemeClr val="accent3"/>
                </a:solidFill>
                <a:latin typeface="Arial Black" panose="020B0A04020102020204" pitchFamily="34" charset="0"/>
              </a:rPr>
              <a:t>AI/ML Internship Final Project</a:t>
            </a:r>
          </a:p>
          <a:p>
            <a:pPr algn="ctr">
              <a:buNone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ctr">
              <a:buNone/>
            </a:pPr>
            <a:r>
              <a:rPr lang="en-IN" sz="28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Virtual Try-On and Fashion Recommendation System</a:t>
            </a:r>
          </a:p>
          <a:p>
            <a:pPr algn="ctr">
              <a:buNone/>
            </a:pPr>
            <a:endParaRPr lang="en-IN" sz="2800" b="1" dirty="0"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 PRANAY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Intern</a:t>
            </a:r>
          </a:p>
          <a:p>
            <a:pPr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Raritone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Summer Internship 2026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05-06-2026</a:t>
            </a:r>
          </a:p>
        </p:txBody>
      </p:sp>
    </p:spTree>
    <p:extLst>
      <p:ext uri="{BB962C8B-B14F-4D97-AF65-F5344CB8AC3E}">
        <p14:creationId xmlns:p14="http://schemas.microsoft.com/office/powerpoint/2010/main" val="2649992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51A-48BE-3B4A-4167-247AFAAF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629724" cy="4851349"/>
          </a:xfrm>
        </p:spPr>
        <p:txBody>
          <a:bodyPr>
            <a:normAutofit/>
          </a:bodyPr>
          <a:lstStyle/>
          <a:p>
            <a:r>
              <a:rPr lang="en-IN" sz="3000" b="1" dirty="0"/>
              <a:t>Table of Contents</a:t>
            </a:r>
            <a:br>
              <a:rPr lang="en-IN" b="1" dirty="0">
                <a:latin typeface="Arial Black" panose="020B0A04020102020204" pitchFamily="34" charset="0"/>
              </a:rPr>
            </a:b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0FA3-E3BC-25FE-C887-AE8C1EFD5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0174" y="1003325"/>
            <a:ext cx="6224244" cy="48513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Project Overview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Objectives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Technologies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Computer Vision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Pose Estimation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Body Measurements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Datasets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Virtual Try-On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3D Avatar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Recommendation System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AI Workflow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Challenges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Skills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Future Scope</a:t>
            </a:r>
          </a:p>
          <a:p>
            <a:pPr>
              <a:lnSpc>
                <a:spcPct val="90000"/>
              </a:lnSpc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Conclusion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3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This follows the uploaded reference presentation.</a:t>
            </a:r>
          </a:p>
          <a:p>
            <a:pPr>
              <a:lnSpc>
                <a:spcPct val="90000"/>
              </a:lnSpc>
            </a:pP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7299697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D600-F070-B5AC-1AF2-9EF4D7FDB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934524" cy="4851349"/>
          </a:xfrm>
        </p:spPr>
        <p:txBody>
          <a:bodyPr>
            <a:normAutofit/>
          </a:bodyPr>
          <a:lstStyle/>
          <a:p>
            <a:r>
              <a:rPr lang="en-IN" sz="3000" b="1" dirty="0"/>
              <a:t>Project Overview</a:t>
            </a:r>
            <a:br>
              <a:rPr lang="en-IN" sz="3000" b="1" dirty="0"/>
            </a:b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D9009-5639-71CA-C4DA-88117D22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 is transforming the fashion industry by enabling personalized shopping experiences through Virtual Try-On systems and AI recommendation engines.</a:t>
            </a:r>
          </a:p>
          <a:p>
            <a:pPr>
              <a:lnSpc>
                <a:spcPct val="90000"/>
              </a:lnSpc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internship focused on researching and understanding the technologies required to build an intelligent AI-powered fashion platform.</a:t>
            </a:r>
          </a:p>
          <a:p>
            <a:pPr>
              <a:lnSpc>
                <a:spcPct val="90000"/>
              </a:lnSpc>
            </a:pPr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Research Areas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•Computer Vision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Body Segmentation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Pose Estimation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Body Measurement Extraction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Virtual Try-On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AI Recommendation Systems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3D Avatar Generation</a:t>
            </a:r>
          </a:p>
          <a:p>
            <a:pPr>
              <a:lnSpc>
                <a:spcPct val="9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5229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0B4A-3447-7070-DA89-C7ABE2014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>
            <a:normAutofit/>
          </a:bodyPr>
          <a:lstStyle/>
          <a:p>
            <a:r>
              <a:rPr lang="en-IN" sz="3000" b="1" dirty="0"/>
              <a:t>Objectives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7A853478-F202-CF67-FAC0-0695F6734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Artificial Intelligence applications in fashion.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Computer Vision fundamentals.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body segmentation and pose estimation.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Virtual Try-On architectures.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fashion datasets.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garment warping techniques.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AI recommendation systems.</a:t>
            </a:r>
          </a:p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complete AI workflow.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28688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21A9-4411-60E9-4D58-ED05A131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pPr algn="ctr"/>
            <a:r>
              <a:rPr lang="en-IN" sz="3000" b="1" dirty="0"/>
              <a:t>Technologies and Tools</a:t>
            </a:r>
            <a:endParaRPr lang="en-IN" sz="3000" dirty="0"/>
          </a:p>
        </p:txBody>
      </p: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861BF080-3708-F73C-C7BC-9917CE433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650310"/>
              </p:ext>
            </p:extLst>
          </p:nvPr>
        </p:nvGraphicFramePr>
        <p:xfrm>
          <a:off x="1794897" y="1692041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31488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9FD5-5026-FE74-AF20-40C781B2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634473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Computer Vision in Fashion AI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2F511-D90C-8BB7-5D30-AF13040D6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3956" y="2133600"/>
            <a:ext cx="4140772" cy="3777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Vision enables machines to understand and analyze images.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Detection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Segmentation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Pose Estimation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Landmark Detection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Removal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Processing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99F186-48C7-A163-39AA-7F315D60157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0" r="8230"/>
          <a:stretch>
            <a:fillRect/>
          </a:stretch>
        </p:blipFill>
        <p:spPr>
          <a:xfrm>
            <a:off x="6091916" y="645106"/>
            <a:ext cx="5451627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4894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D179-5BFC-29BA-A478-56530CB5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b="1" dirty="0"/>
              <a:t>Pose Estimation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366C9-BE75-05EE-088C-31DA75A1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2361" y="1671484"/>
            <a:ext cx="4139744" cy="877481"/>
          </a:xfrm>
        </p:spPr>
        <p:txBody>
          <a:bodyPr/>
          <a:lstStyle/>
          <a:p>
            <a:r>
              <a:rPr lang="en-IN" b="1" dirty="0"/>
              <a:t>Human Pose Estimation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8CA6-B825-FD17-02F9-11F0FCFEDB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Pose estimation identifies body joints and key points.</a:t>
            </a:r>
          </a:p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Studied</a:t>
            </a:r>
          </a:p>
          <a:p>
            <a:pPr lvl="1"/>
            <a:r>
              <a:rPr lang="en-IN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Pose</a:t>
            </a:r>
          </a:p>
          <a:p>
            <a:pPr lvl="1"/>
            <a:r>
              <a:rPr lang="en-IN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OpenPose</a:t>
            </a:r>
            <a:endParaRPr lang="en-IN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 lvl="1"/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processing</a:t>
            </a:r>
          </a:p>
          <a:p>
            <a:pPr lvl="1"/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</a:t>
            </a:r>
          </a:p>
          <a:p>
            <a:pPr lvl="1"/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Landmark extraction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6BAFC2-B8A7-FC96-4F6B-4497591B538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535" y="1671485"/>
            <a:ext cx="4056760" cy="42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9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E6DA-3B50-416A-D611-973D9C54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009861" cy="830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Body Landmark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2B1E-8B5E-0B85-64FF-AF70CEDAF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4609" y="1454888"/>
            <a:ext cx="4967197" cy="459879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landmarks are used to locate important body points.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Landmarks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Shoulders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Elbows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Wrists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Knees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Ankles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Measurement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Garment Alignment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Try-On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6AD1C2-0D93-563C-0E53-E2D7A124BC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733" y="1604596"/>
            <a:ext cx="4001315" cy="41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62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8A4A-D71E-8838-E05A-478F8E34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Body Measurement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8825E-E423-2C36-79E8-35DA698EB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1540" y="1823985"/>
            <a:ext cx="5835121" cy="37858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Image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Pose Detection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Landmark Extraction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Calculation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Measurement Estimation</a:t>
            </a:r>
          </a:p>
          <a:p>
            <a:pPr marL="0" indent="0">
              <a:lnSpc>
                <a:spcPct val="90000"/>
              </a:lnSpc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25F8AA-D302-B3E4-EA73-D7668FB4CD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" t="1242" r="1268"/>
          <a:stretch>
            <a:fillRect/>
          </a:stretch>
        </p:blipFill>
        <p:spPr>
          <a:xfrm>
            <a:off x="7243199" y="1692710"/>
            <a:ext cx="4261413" cy="416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36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8DCC-CEDD-C5CC-8B03-413BD8D3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13077"/>
          </a:xfrm>
        </p:spPr>
        <p:txBody>
          <a:bodyPr>
            <a:normAutofit/>
          </a:bodyPr>
          <a:lstStyle/>
          <a:p>
            <a:r>
              <a:rPr lang="en-IN" sz="3200" b="1" dirty="0"/>
              <a:t>Fashion Datasets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3BB062-34DF-0F96-AABB-D1540733684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67926047"/>
              </p:ext>
            </p:extLst>
          </p:nvPr>
        </p:nvGraphicFramePr>
        <p:xfrm>
          <a:off x="1671484" y="1625929"/>
          <a:ext cx="9910916" cy="38640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55458">
                  <a:extLst>
                    <a:ext uri="{9D8B030D-6E8A-4147-A177-3AD203B41FA5}">
                      <a16:colId xmlns:a16="http://schemas.microsoft.com/office/drawing/2014/main" val="1168022008"/>
                    </a:ext>
                  </a:extLst>
                </a:gridCol>
                <a:gridCol w="4955458">
                  <a:extLst>
                    <a:ext uri="{9D8B030D-6E8A-4147-A177-3AD203B41FA5}">
                      <a16:colId xmlns:a16="http://schemas.microsoft.com/office/drawing/2014/main" val="797309233"/>
                    </a:ext>
                  </a:extLst>
                </a:gridCol>
              </a:tblGrid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487702"/>
                  </a:ext>
                </a:extLst>
              </a:tr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DeepFashion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Fashion Recognition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198072"/>
                  </a:ext>
                </a:extLst>
              </a:tr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DeepFashion2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Landmark Detection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295555"/>
                  </a:ext>
                </a:extLst>
              </a:tr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Try-On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293050"/>
                  </a:ext>
                </a:extLst>
              </a:tr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VITON-HD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Resolution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842176"/>
                  </a:ext>
                </a:extLst>
              </a:tr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Dress Code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Multi-category Clothing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874332"/>
                  </a:ext>
                </a:extLst>
              </a:tr>
              <a:tr h="5520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Fashionpedia</a:t>
                      </a:r>
                      <a:endParaRPr lang="en-IN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Fashion Attributes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996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76552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C79B-5726-EC6E-7F7A-5CC42335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5536190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Dataset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6940-AFCD-CC45-345D-948FE60A0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6426" y="1855639"/>
            <a:ext cx="4637179" cy="38707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Dataset Preparation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Data Collection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Data Cleaning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Metadata Generation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Annotation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Training / Validation Split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Dataset Organization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Dataset quality directly affects AI model performance.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9D1083-053A-F5DA-6E20-9DF1A083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43"/>
          <a:stretch>
            <a:fillRect/>
          </a:stretch>
        </p:blipFill>
        <p:spPr>
          <a:xfrm>
            <a:off x="6429668" y="1670811"/>
            <a:ext cx="5536190" cy="424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9077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83FD-10FD-5806-DF8D-34882A79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746" y="581227"/>
            <a:ext cx="577825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AI-Based Virtual Try-On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134A9-E0BE-6B3B-CC23-A1D7F46DB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4708" y="1669436"/>
            <a:ext cx="4140772" cy="3777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Try-On systems allow users to digitally wear garments before purchasing.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Detection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Pose Estimation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Garment Processing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Generation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719497-C8DC-764B-E9A0-C14972286D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3539" y="1692564"/>
            <a:ext cx="5391559" cy="36668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94297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7AAB5-1A80-EA9A-5C6C-64995FFA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dirty="0"/>
              <a:t>2D Virtual Try-On Models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EEE285-D3C5-7702-109C-3F56B3E5B75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28164080"/>
              </p:ext>
            </p:extLst>
          </p:nvPr>
        </p:nvGraphicFramePr>
        <p:xfrm>
          <a:off x="2452434" y="2222983"/>
          <a:ext cx="7672330" cy="3653946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{2D5ABB26-0587-4C30-8999-92F81FD0307C}</a:tableStyleId>
              </a:tblPr>
              <a:tblGrid>
                <a:gridCol w="3075398">
                  <a:extLst>
                    <a:ext uri="{9D8B030D-6E8A-4147-A177-3AD203B41FA5}">
                      <a16:colId xmlns:a16="http://schemas.microsoft.com/office/drawing/2014/main" val="1885933425"/>
                    </a:ext>
                  </a:extLst>
                </a:gridCol>
                <a:gridCol w="4596932">
                  <a:extLst>
                    <a:ext uri="{9D8B030D-6E8A-4147-A177-3AD203B41FA5}">
                      <a16:colId xmlns:a16="http://schemas.microsoft.com/office/drawing/2014/main" val="805384578"/>
                    </a:ext>
                  </a:extLst>
                </a:gridCol>
              </a:tblGrid>
              <a:tr h="608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167258" marR="62245" marT="128660" marB="12866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cap="none" spc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Strength</a:t>
                      </a:r>
                    </a:p>
                  </a:txBody>
                  <a:tcPr marL="167258" marR="62245" marT="128660" marB="12866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792546"/>
                  </a:ext>
                </a:extLst>
              </a:tr>
              <a:tr h="608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VITON</a:t>
                      </a:r>
                    </a:p>
                  </a:txBody>
                  <a:tcPr marL="167258" marR="62245" marT="128660" marB="12866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Basic Try-On</a:t>
                      </a:r>
                    </a:p>
                  </a:txBody>
                  <a:tcPr marL="167258" marR="62245" marT="128660" marB="12866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22206"/>
                  </a:ext>
                </a:extLst>
              </a:tr>
              <a:tr h="608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CP-VTON</a:t>
                      </a:r>
                    </a:p>
                  </a:txBody>
                  <a:tcPr marL="167258" marR="62245" marT="128660" marB="12866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Better Alignment</a:t>
                      </a:r>
                    </a:p>
                  </a:txBody>
                  <a:tcPr marL="167258" marR="62245" marT="128660" marB="12866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688634"/>
                  </a:ext>
                </a:extLst>
              </a:tr>
              <a:tr h="608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HR-VITON</a:t>
                      </a:r>
                    </a:p>
                  </a:txBody>
                  <a:tcPr marL="167258" marR="62245" marT="128660" marB="12866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Resolution</a:t>
                      </a:r>
                    </a:p>
                  </a:txBody>
                  <a:tcPr marL="167258" marR="62245" marT="128660" marB="12866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59949"/>
                  </a:ext>
                </a:extLst>
              </a:tr>
              <a:tr h="608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StableVITON</a:t>
                      </a:r>
                      <a:endParaRPr lang="en-IN" sz="2000" cap="none" spc="0">
                        <a:solidFill>
                          <a:schemeClr val="accent3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7258" marR="62245" marT="128660" marB="12866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Diffusion Model</a:t>
                      </a:r>
                    </a:p>
                  </a:txBody>
                  <a:tcPr marL="167258" marR="62245" marT="128660" marB="12866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951818"/>
                  </a:ext>
                </a:extLst>
              </a:tr>
              <a:tr h="608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IDM-VTON</a:t>
                      </a:r>
                    </a:p>
                  </a:txBody>
                  <a:tcPr marL="167258" marR="62245" marT="128660" marB="12866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cap="none" spc="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Identity Preservation</a:t>
                      </a:r>
                    </a:p>
                  </a:txBody>
                  <a:tcPr marL="167258" marR="62245" marT="128660" marB="12866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948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97907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4ACD-796E-BD2B-74A5-88D44838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295" y="613366"/>
            <a:ext cx="4137059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Garment Warping</a:t>
            </a:r>
          </a:p>
        </p:txBody>
      </p:sp>
      <p:sp>
        <p:nvSpPr>
          <p:cNvPr id="285" name="Content Placeholder 2">
            <a:extLst>
              <a:ext uri="{FF2B5EF4-FFF2-40B4-BE49-F238E27FC236}">
                <a16:creationId xmlns:a16="http://schemas.microsoft.com/office/drawing/2014/main" id="{FCDD340B-BFE6-0753-E29F-D9695A6F7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9476" y="1669436"/>
            <a:ext cx="4140772" cy="3777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Garment Warping Techniques</a:t>
            </a:r>
          </a:p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Thin Plate Spline (TPS)</a:t>
            </a:r>
          </a:p>
          <a:p>
            <a:pPr marL="685800"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Smooth transformation</a:t>
            </a:r>
          </a:p>
          <a:p>
            <a:pPr marL="685800"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Landmark based</a:t>
            </a:r>
          </a:p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Geometric Matching Module (GMM)</a:t>
            </a:r>
          </a:p>
          <a:p>
            <a:pPr marL="685800"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Deep Learning approach</a:t>
            </a:r>
          </a:p>
          <a:p>
            <a:pPr marL="685800"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Better garment fitting</a:t>
            </a:r>
          </a:p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Flow-Based Warping</a:t>
            </a:r>
          </a:p>
          <a:p>
            <a:pPr marL="685800"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Texture preservation</a:t>
            </a:r>
          </a:p>
          <a:p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2" descr="Demonstration of virtual try‐on results using the same text prompt... |  Download Scientific Diagram">
            <a:extLst>
              <a:ext uri="{FF2B5EF4-FFF2-40B4-BE49-F238E27FC236}">
                <a16:creationId xmlns:a16="http://schemas.microsoft.com/office/drawing/2014/main" id="{F7E69E04-C1F9-10AE-485F-E8314BF99C3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96461" y="847659"/>
            <a:ext cx="5451627" cy="494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03340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5C624B6-8015-4ADC-901F-019368E84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26A2E7E0-2843-46B8-93BE-1550A021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C3DFCF24-8DB5-4AE5-835B-BB70A1E32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3FB42478-59FA-4431-9B53-77F5C49C9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32CD15BE-F5F1-457C-A6D8-FD8E2DB04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B1E7B2B0-B0C3-4108-8719-7FF23E012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64C23534-7391-4D96-850B-D313FFDE0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87C0B909-7094-43DE-B429-83F84713B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8A38F05B-4643-448F-B81B-943E0D7A8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A018DEBF-5D49-4F03-95F7-87F9140D3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2B69596C-3B0A-453A-B995-237D38EF4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2FEAB0CC-A995-4828-BD44-A4C92BF92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D1188175-70FF-4B3F-A72C-F8344F937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CD96805-F42E-43A2-8B19-4B4B4B687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42A8F4BD-2C91-4AF2-9B89-CCD705322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CAF0E8F1-102B-4CED-8682-C40775A07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B7E98A2C-C27C-4D3E-9C8E-A8DFFB96B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AC5F5B21-8161-4AF0-AFC6-8C0BB900F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444CB1B2-C390-427E-918E-5DDA48D5F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9DB47AFF-0B7D-4B02-964B-D591DEBCF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AC2036E8-8248-42AF-BC81-7C345B9EF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6EAC27B8-BE4A-452F-961E-AA3C93638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B983A26D-CABB-4FAC-B9F3-CE49FBE1F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3D0C2F7F-F20C-4B90-9316-8F57AF20E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8136D227-371A-489A-87B5-CA4CC6086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8FF14CE4-AEE0-43E1-B363-024A64C47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FC51DF5C-9611-4217-9C87-B1BA1BFAB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8" name="Freeform 11">
            <a:extLst>
              <a:ext uri="{FF2B5EF4-FFF2-40B4-BE49-F238E27FC236}">
                <a16:creationId xmlns:a16="http://schemas.microsoft.com/office/drawing/2014/main" id="{F1E5C2E7-30C4-47BD-A0C7-169C7A5F2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341901B5-54FD-4B44-A07E-D651282D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786C5-3FEE-4A83-88FD-E7147DC2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dirty="0"/>
              <a:t>AI-Based Cloth Blending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7405D71-C37E-449D-A61C-11064F760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4" name="Freeform 11">
            <a:extLst>
              <a:ext uri="{FF2B5EF4-FFF2-40B4-BE49-F238E27FC236}">
                <a16:creationId xmlns:a16="http://schemas.microsoft.com/office/drawing/2014/main" id="{6C97661C-87C2-4FD2-AE84-0FA740CF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933DB893-1272-596F-467D-2A7D823A80D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11688147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969524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5B3CCFC9-E82D-444E-9621-FE5F95E6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34432-635F-6F80-C6B1-427DB463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564762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dirty="0"/>
              <a:t>3D Avatar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E416-456D-71F0-B01F-4A68ED46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5085" y="1992551"/>
            <a:ext cx="4140772" cy="3777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Studied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SMPL</a:t>
            </a:r>
          </a:p>
          <a:p>
            <a:pPr lvl="1"/>
            <a:r>
              <a:rPr lang="en-US" sz="1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PIFuHD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ICON</a:t>
            </a:r>
          </a:p>
          <a:p>
            <a:pPr lvl="1"/>
            <a:r>
              <a:rPr lang="en-US" sz="1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HumanNeRF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Gaussian Splatting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D21581-5E6A-EE7E-4DBF-7A0D8E95D5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02710" y="1783410"/>
            <a:ext cx="6099299" cy="35760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446862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5B3CCFC9-E82D-444E-9621-FE5F95E6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D8C28-9D09-3113-EF9C-E203930F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361" y="765198"/>
            <a:ext cx="4137059" cy="7432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dirty="0"/>
              <a:t>Cloth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9F56-CE44-EBAC-DA2C-3755EDD79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7487" y="1832223"/>
            <a:ext cx="4140772" cy="377762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Cloth Simulation Technologies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Unity Cloth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NVIDIA PhysX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Marvelous Designer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Blender Cloth Simulation</a:t>
            </a:r>
          </a:p>
          <a:p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Fashion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Avatar Animation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Clothing</a:t>
            </a: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AF5CCE-66FA-4095-DBC9-AFB561915E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422" y="1936001"/>
            <a:ext cx="6254027" cy="36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601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92A0A-2AA0-3578-FBDE-2EE0C060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28" y="1096662"/>
            <a:ext cx="3777956" cy="26032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AI Recommendation Systems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6180E-D2FC-F01E-1DC3-D61DBFC86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Content-Based Filtering</a:t>
            </a:r>
          </a:p>
          <a:p>
            <a:r>
              <a:rPr lang="en-US"/>
              <a:t>Collaborative Filtering</a:t>
            </a:r>
          </a:p>
          <a:p>
            <a:r>
              <a:rPr lang="en-US"/>
              <a:t>Hybrid Recommendation</a:t>
            </a:r>
          </a:p>
          <a:p>
            <a:r>
              <a:rPr lang="en-US"/>
              <a:t>Deep Learning Recommendation</a:t>
            </a:r>
          </a:p>
          <a:p>
            <a:r>
              <a:rPr lang="en-US"/>
              <a:t>Purpose:</a:t>
            </a:r>
          </a:p>
          <a:p>
            <a:r>
              <a:rPr lang="en-US"/>
              <a:t>Generate personalized outfit suggestions.</a:t>
            </a:r>
          </a:p>
          <a:p>
            <a:pPr marL="0" inden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10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3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4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5" name="Freeform 11">
            <a:extLst>
              <a:ext uri="{FF2B5EF4-FFF2-40B4-BE49-F238E27FC236}">
                <a16:creationId xmlns:a16="http://schemas.microsoft.com/office/drawing/2014/main" id="{5B3CCFC9-E82D-444E-9621-FE5F95E6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51BE9-D58D-AE42-6967-C78CDB69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690503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/>
              <a:t>AI Recommendation Workflow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BF70B-9E85-32B7-5E89-89FF17E4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7789" y="1457988"/>
            <a:ext cx="4857596" cy="558936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Pipeline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Registration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Preference Collection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Measurements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Engine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Outfit Ranking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Suggestions</a:t>
            </a:r>
          </a:p>
          <a:p>
            <a:pPr marL="0" indent="0">
              <a:lnSpc>
                <a:spcPct val="90000"/>
              </a:lnSpc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B69727-B9DB-AF3F-8714-C5AE0F8299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3" t="15766" r="20933" b="4755"/>
          <a:stretch>
            <a:fillRect/>
          </a:stretch>
        </p:blipFill>
        <p:spPr bwMode="auto">
          <a:xfrm>
            <a:off x="7066428" y="1457988"/>
            <a:ext cx="4549928" cy="5142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435201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69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4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6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8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9" name="Freeform 11">
            <a:extLst>
              <a:ext uri="{FF2B5EF4-FFF2-40B4-BE49-F238E27FC236}">
                <a16:creationId xmlns:a16="http://schemas.microsoft.com/office/drawing/2014/main" id="{5B3CCFC9-E82D-444E-9621-FE5F95E6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5B207-23AE-3A5B-A93B-F5F4CF8A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32" y="217198"/>
            <a:ext cx="5403336" cy="50729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200" b="1" dirty="0"/>
              <a:t>Complete AI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641E5-8A48-775C-5DF3-E125E7915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294968" y="998601"/>
            <a:ext cx="7757210" cy="562482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Upload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Analysis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(Human Detection + Segmentation + Pose Estimation)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Landmark &amp; Measurement Extraction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Garment Selection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TPS / GMM Warping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Cloth Blending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 Try-On Generation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Recommendation Engine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↓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Personalized 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B49858-3DE6-7330-E33C-8251F03E0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105" y="1746486"/>
            <a:ext cx="6080829" cy="3815720"/>
          </a:xfrm>
          <a:prstGeom prst="rect">
            <a:avLst/>
          </a:prstGeom>
        </p:spPr>
      </p:pic>
      <p:sp>
        <p:nvSpPr>
          <p:cNvPr id="7" name="AutoShape 6" descr=", AI generated">
            <a:extLst>
              <a:ext uri="{FF2B5EF4-FFF2-40B4-BE49-F238E27FC236}">
                <a16:creationId xmlns:a16="http://schemas.microsoft.com/office/drawing/2014/main" id="{B7E49AF6-F2E2-8B32-5E47-D11D41122A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47484" y="-395748"/>
            <a:ext cx="14335432" cy="1006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76267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40FFD-4F1D-64F7-DD3E-F1E565B2E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>
            <a:normAutofit/>
          </a:bodyPr>
          <a:lstStyle/>
          <a:p>
            <a:r>
              <a:rPr lang="en-IN" sz="3200" b="1" dirty="0"/>
              <a:t>Challenges Faced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FE22F85-65CE-CFFC-A458-4CA36120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Virtual Try-On systems.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advanced AI models.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organization.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Garment warping concepts.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avatar generation.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limitations.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multiple research topics.</a:t>
            </a:r>
          </a:p>
        </p:txBody>
      </p:sp>
    </p:spTree>
    <p:extLst>
      <p:ext uri="{BB962C8B-B14F-4D97-AF65-F5344CB8AC3E}">
        <p14:creationId xmlns:p14="http://schemas.microsoft.com/office/powerpoint/2010/main" val="237368031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3936-7681-702C-77E3-698982C4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Solutions Applied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AF155-0825-FD0D-5786-3CFC01E48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learning.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paper analysis.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studies.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Workflow-based understanding.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documentation.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organization.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Modular learning approach.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40331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A4106-B9A7-4D7A-3E34-A359B45F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Skills Developed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1CED-16A6-57B3-617C-99097BE0F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Skills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</a:t>
            </a:r>
          </a:p>
          <a:p>
            <a:pPr lvl="1">
              <a:lnSpc>
                <a:spcPct val="90000"/>
              </a:lnSpc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Documentation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 Skills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Solving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Thinking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Learning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6468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006CB-39F3-477F-31A0-39366F3B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Key Learnings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7E70-4633-B617-142C-611EBC8B8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Virtual Try-On workflow.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segmentation and landmark detection.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measurement extraction.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Fashion datasets and annotations.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Garment warping techniques.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recommendation systems.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avatar generation.</a:t>
            </a:r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40239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5908F-CABE-44DD-E125-15B5B3B1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b="1" dirty="0"/>
              <a:t>Future Improvements</a:t>
            </a:r>
          </a:p>
        </p:txBody>
      </p:sp>
      <p:sp>
        <p:nvSpPr>
          <p:cNvPr id="81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03FC0-8FF2-5D04-EA8D-1AF1296F1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0368" y="1059872"/>
            <a:ext cx="6224244" cy="48513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Virtual Try-On.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application deployment.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3D avatar support.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Diffusion-based AI models.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recommendation engines.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Multi-angle garment visualization.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Large-scale fashion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41827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3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4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5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6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7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0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1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2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3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4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137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8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9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0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1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2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3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4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5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6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7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8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50" name="Rectangle 149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2" name="Freeform 11">
            <a:extLst>
              <a:ext uri="{FF2B5EF4-FFF2-40B4-BE49-F238E27FC236}">
                <a16:creationId xmlns:a16="http://schemas.microsoft.com/office/drawing/2014/main" id="{5B3CCFC9-E82D-444E-9621-FE5F95E6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D5CF5-0AA9-9455-3530-C1C2D4ED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416" y="834214"/>
            <a:ext cx="2487168" cy="7749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ED82-4DCB-574D-7DDC-C1485FA9C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532" y="1848333"/>
            <a:ext cx="6804596" cy="3928976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AI/ML Internship provided valuable exposure to Artificial Intelligence, Computer Vision, and modern fashion technologies.</a:t>
            </a:r>
          </a:p>
          <a:p>
            <a:pPr algn="just"/>
            <a:endParaRPr lang="en-US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explored body segmentation, pose estimation, body measurement extraction, Virtual Try-On systems, garment warping, recommendation engines, and 3D avatar generation.</a:t>
            </a:r>
          </a:p>
          <a:p>
            <a:pPr algn="just"/>
            <a:endParaRPr lang="en-US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internship strengthened technical knowledge, research methodology, documentation skills, and problem-solving abilities while providing a strong foundation for future work in AI-powered fashion and intelligent digital systems.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7CA8D-1299-BDE4-866C-6DC00B47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905" y="4553085"/>
            <a:ext cx="1880629" cy="164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06775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Freeform 11">
            <a:extLst>
              <a:ext uri="{FF2B5EF4-FFF2-40B4-BE49-F238E27FC236}">
                <a16:creationId xmlns:a16="http://schemas.microsoft.com/office/drawing/2014/main" id="{5B3CCFC9-E82D-444E-9621-FE5F95E6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A4660-2C76-F1BD-F197-81C639D6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7" y="670744"/>
            <a:ext cx="2963261" cy="61845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 b="1" dirty="0"/>
              <a:t>Thank You</a:t>
            </a:r>
            <a:br>
              <a:rPr lang="en-US" sz="3000" b="1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138DF-E8E9-D7CD-B4CB-1C4A2B413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1532" y="1600593"/>
            <a:ext cx="7992692" cy="384646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would like to express my sincere gratitude to </a:t>
            </a:r>
            <a:r>
              <a:rPr lang="en-US" sz="1900" b="1" dirty="0" err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Raritone</a:t>
            </a: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providing me with the opportunity to be a part of the </a:t>
            </a:r>
            <a:r>
              <a:rPr lang="en-US" sz="19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Summer Internship 2026</a:t>
            </a: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an </a:t>
            </a:r>
            <a:r>
              <a:rPr lang="en-US" sz="19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AI/ML Intern</a:t>
            </a: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1900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thankful to the entire team and mentors for their guidance, support, and encouragement throughout this journey.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900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9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Giving Me This Wonderful Opportunity.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900" b="1" dirty="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 PRANAY</a:t>
            </a:r>
            <a:endParaRPr lang="en-US" sz="1900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450195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</TotalTime>
  <Words>861</Words>
  <Application>Microsoft Office PowerPoint</Application>
  <PresentationFormat>Widescreen</PresentationFormat>
  <Paragraphs>284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Black</vt:lpstr>
      <vt:lpstr>Calibri</vt:lpstr>
      <vt:lpstr>Century Gothic</vt:lpstr>
      <vt:lpstr>Times New Roman</vt:lpstr>
      <vt:lpstr>Wingdings 3</vt:lpstr>
      <vt:lpstr>Wisp</vt:lpstr>
      <vt:lpstr>PowerPoint Presentation</vt:lpstr>
      <vt:lpstr>Table of Contents </vt:lpstr>
      <vt:lpstr>Project Overview </vt:lpstr>
      <vt:lpstr>Objectives</vt:lpstr>
      <vt:lpstr>Technologies and Tools</vt:lpstr>
      <vt:lpstr>Computer Vision in Fashion AI </vt:lpstr>
      <vt:lpstr>Pose Estimation</vt:lpstr>
      <vt:lpstr>Body Landmark Detection</vt:lpstr>
      <vt:lpstr>Body Measurement Extraction</vt:lpstr>
      <vt:lpstr>Fashion Datasets</vt:lpstr>
      <vt:lpstr>Dataset Preparation</vt:lpstr>
      <vt:lpstr>AI-Based Virtual Try-On</vt:lpstr>
      <vt:lpstr>2D Virtual Try-On Models</vt:lpstr>
      <vt:lpstr>Garment Warping</vt:lpstr>
      <vt:lpstr>AI-Based Cloth Blending</vt:lpstr>
      <vt:lpstr>3D Avatar Generation</vt:lpstr>
      <vt:lpstr>Cloth Simulation</vt:lpstr>
      <vt:lpstr>AI Recommendation Systems</vt:lpstr>
      <vt:lpstr>AI Recommendation Workflow </vt:lpstr>
      <vt:lpstr>Complete AI Workflow</vt:lpstr>
      <vt:lpstr>Challenges Faced</vt:lpstr>
      <vt:lpstr>Solutions Applied</vt:lpstr>
      <vt:lpstr>Skills Developed</vt:lpstr>
      <vt:lpstr>Key Learnings</vt:lpstr>
      <vt:lpstr>Future Improvements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pranay18032006@outlook.com</dc:creator>
  <cp:lastModifiedBy>pranay18032006@outlook.com</cp:lastModifiedBy>
  <cp:revision>1</cp:revision>
  <dcterms:created xsi:type="dcterms:W3CDTF">2026-06-05T11:13:47Z</dcterms:created>
  <dcterms:modified xsi:type="dcterms:W3CDTF">2026-06-05T13:31:08Z</dcterms:modified>
</cp:coreProperties>
</file>